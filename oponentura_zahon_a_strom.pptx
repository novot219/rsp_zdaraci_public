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8" y="7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7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98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263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11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994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312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860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78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065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51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3218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07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29352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784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925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64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55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828800"/>
            <a:ext cx="6347713" cy="807279"/>
          </a:xfrm>
        </p:spPr>
        <p:txBody>
          <a:bodyPr/>
          <a:lstStyle/>
          <a:p>
            <a:r>
              <a:rPr dirty="0" err="1"/>
              <a:t>Oponentura</a:t>
            </a:r>
            <a:r>
              <a:rPr dirty="0"/>
              <a:t> – </a:t>
            </a:r>
            <a:r>
              <a:rPr dirty="0" err="1"/>
              <a:t>Záhon</a:t>
            </a:r>
            <a:r>
              <a:rPr dirty="0"/>
              <a:t> a Strom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575119"/>
            <a:ext cx="6347714" cy="1753042"/>
          </a:xfrm>
        </p:spPr>
        <p:txBody>
          <a:bodyPr/>
          <a:lstStyle/>
          <a:p>
            <a:endParaRPr dirty="0"/>
          </a:p>
          <a:p>
            <a:r>
              <a:rPr dirty="0" err="1"/>
              <a:t>Webová</a:t>
            </a:r>
            <a:r>
              <a:rPr dirty="0"/>
              <a:t> </a:t>
            </a:r>
            <a:r>
              <a:rPr dirty="0" err="1"/>
              <a:t>aplikace</a:t>
            </a:r>
            <a:r>
              <a:rPr dirty="0"/>
              <a:t> </a:t>
            </a:r>
            <a:r>
              <a:rPr dirty="0" err="1"/>
              <a:t>vědeckého</a:t>
            </a:r>
            <a:r>
              <a:rPr dirty="0"/>
              <a:t> </a:t>
            </a:r>
            <a:r>
              <a:rPr dirty="0" err="1"/>
              <a:t>časopisu</a:t>
            </a:r>
            <a:endParaRPr dirty="0"/>
          </a:p>
          <a:p>
            <a:r>
              <a:rPr lang="cs-CZ" dirty="0"/>
              <a:t>Oponent – tým </a:t>
            </a:r>
            <a:r>
              <a:rPr lang="cs-CZ" dirty="0" err="1"/>
              <a:t>Žďáráci</a:t>
            </a:r>
            <a:endParaRPr lang="cs-CZ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4" y="396240"/>
            <a:ext cx="6347713" cy="1320800"/>
          </a:xfrm>
        </p:spPr>
        <p:txBody>
          <a:bodyPr/>
          <a:lstStyle/>
          <a:p>
            <a:r>
              <a:rPr dirty="0"/>
              <a:t>1) </a:t>
            </a:r>
            <a:r>
              <a:rPr dirty="0" err="1"/>
              <a:t>Představení</a:t>
            </a:r>
            <a:r>
              <a:rPr dirty="0"/>
              <a:t> </a:t>
            </a:r>
            <a:r>
              <a:rPr dirty="0" err="1"/>
              <a:t>produktu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454" y="1284798"/>
            <a:ext cx="7351777" cy="5237922"/>
          </a:xfrm>
        </p:spPr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cs-CZ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Oponovaným produktem je webová aplikace </a:t>
            </a:r>
            <a:r>
              <a:rPr lang="cs-CZ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Záhon a Strom – Vědecký časopis</a:t>
            </a:r>
            <a:r>
              <a:rPr lang="cs-CZ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která slouží k publikování odborných článků a k řízení celého recenzního procesu.</a:t>
            </a:r>
            <a:endParaRPr lang="cs-CZ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cs-CZ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 má více uživatelských rolí (čtenář, autor, recenzent, redaktor, šéfredaktor, administrátor) a umožňuje:</a:t>
            </a:r>
            <a:endParaRPr lang="cs-CZ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cs-CZ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vytvářet, spravovat a zveřejňovat vědecké články,</a:t>
            </a:r>
            <a:endParaRPr lang="cs-CZ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cs-CZ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organizovat recenzní řízení,</a:t>
            </a:r>
            <a:endParaRPr lang="cs-CZ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cs-CZ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spravovat uživatele a jejich role,</a:t>
            </a:r>
            <a:endParaRPr lang="cs-CZ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cs-CZ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zobrazovat archiv článků a další informační sekce.</a:t>
            </a:r>
            <a:endParaRPr lang="cs-CZ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cs-CZ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Implementační platforma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PHP, HTML, CSS, JavaScript</a:t>
            </a:r>
            <a:endParaRPr lang="cs-CZ" dirty="0"/>
          </a:p>
          <a:p>
            <a:r>
              <a:rPr lang="cs-CZ" dirty="0" err="1"/>
              <a:t>frontend</a:t>
            </a:r>
            <a:r>
              <a:rPr lang="cs-CZ" dirty="0"/>
              <a:t> je tvořen klasickými šablonami v PHP,</a:t>
            </a:r>
          </a:p>
          <a:p>
            <a:r>
              <a:rPr lang="cs-CZ" dirty="0" err="1"/>
              <a:t>backend</a:t>
            </a:r>
            <a:r>
              <a:rPr lang="cs-CZ" dirty="0"/>
              <a:t> řeší přihlášení, správy článků, rolí a recenzí,</a:t>
            </a:r>
          </a:p>
          <a:p>
            <a:r>
              <a:rPr dirty="0" err="1"/>
              <a:t>Hostováno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webzdarma.cz</a:t>
            </a:r>
          </a:p>
          <a:p>
            <a:r>
              <a:rPr dirty="0"/>
              <a:t>GitHub </a:t>
            </a:r>
            <a:r>
              <a:rPr dirty="0" err="1"/>
              <a:t>repozitář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Hotové funkce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Funkční</a:t>
            </a:r>
            <a:r>
              <a:rPr dirty="0"/>
              <a:t> </a:t>
            </a:r>
            <a:r>
              <a:rPr dirty="0" err="1"/>
              <a:t>úvodní</a:t>
            </a:r>
            <a:r>
              <a:rPr dirty="0"/>
              <a:t> </a:t>
            </a:r>
            <a:r>
              <a:rPr dirty="0" err="1"/>
              <a:t>stránka</a:t>
            </a:r>
            <a:r>
              <a:rPr dirty="0"/>
              <a:t> </a:t>
            </a:r>
            <a:endParaRPr lang="cs-CZ" dirty="0"/>
          </a:p>
          <a:p>
            <a:r>
              <a:rPr lang="cs-CZ" dirty="0"/>
              <a:t>navigace</a:t>
            </a:r>
          </a:p>
          <a:p>
            <a:r>
              <a:rPr lang="cs-CZ" dirty="0"/>
              <a:t>zobrazení obsahu</a:t>
            </a:r>
          </a:p>
          <a:p>
            <a:r>
              <a:rPr lang="cs-CZ" dirty="0"/>
              <a:t>přihlášení</a:t>
            </a:r>
          </a:p>
          <a:p>
            <a:r>
              <a:rPr lang="cs-CZ" dirty="0"/>
              <a:t>systém článků a jejich stavů</a:t>
            </a:r>
          </a:p>
          <a:p>
            <a:r>
              <a:rPr lang="cs-CZ" dirty="0"/>
              <a:t>rozlišení rolí</a:t>
            </a:r>
          </a:p>
          <a:p>
            <a:r>
              <a:rPr lang="cs-CZ" dirty="0"/>
              <a:t>základ recenzního procesu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Dílčí hodnocení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Technické</a:t>
            </a:r>
            <a:r>
              <a:rPr dirty="0"/>
              <a:t>: </a:t>
            </a:r>
            <a:r>
              <a:rPr dirty="0" err="1"/>
              <a:t>stabilní</a:t>
            </a:r>
            <a:r>
              <a:rPr dirty="0"/>
              <a:t>, </a:t>
            </a:r>
            <a:r>
              <a:rPr lang="cs-CZ" dirty="0"/>
              <a:t>přehledné, funkce odpovídají</a:t>
            </a:r>
            <a:endParaRPr dirty="0"/>
          </a:p>
          <a:p>
            <a:r>
              <a:rPr dirty="0" err="1"/>
              <a:t>Funkčnost</a:t>
            </a:r>
            <a:r>
              <a:rPr dirty="0"/>
              <a:t>: </a:t>
            </a:r>
            <a:r>
              <a:rPr dirty="0" err="1"/>
              <a:t>splněny</a:t>
            </a:r>
            <a:r>
              <a:rPr dirty="0"/>
              <a:t> </a:t>
            </a:r>
            <a:r>
              <a:rPr dirty="0" err="1"/>
              <a:t>hlavní</a:t>
            </a:r>
            <a:r>
              <a:rPr dirty="0"/>
              <a:t> </a:t>
            </a:r>
            <a:r>
              <a:rPr dirty="0" err="1"/>
              <a:t>požadavk</a:t>
            </a:r>
            <a:r>
              <a:rPr lang="cs-CZ" dirty="0"/>
              <a:t>y</a:t>
            </a:r>
            <a:endParaRPr dirty="0"/>
          </a:p>
          <a:p>
            <a:r>
              <a:rPr dirty="0"/>
              <a:t>UX: </a:t>
            </a:r>
            <a:r>
              <a:rPr dirty="0" err="1"/>
              <a:t>přehledné</a:t>
            </a:r>
            <a:r>
              <a:rPr dirty="0"/>
              <a:t>, </a:t>
            </a:r>
            <a:r>
              <a:rPr lang="cs-CZ" dirty="0"/>
              <a:t>působí rozpracovaně</a:t>
            </a:r>
            <a:endParaRPr dirty="0"/>
          </a:p>
          <a:p>
            <a:r>
              <a:rPr dirty="0" err="1"/>
              <a:t>Dokumentace</a:t>
            </a:r>
            <a:r>
              <a:rPr dirty="0"/>
              <a:t>: </a:t>
            </a:r>
            <a:r>
              <a:rPr lang="cs-CZ" dirty="0"/>
              <a:t>stručné a srozumitelné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70000"/>
            <a:ext cx="6347713" cy="1320800"/>
          </a:xfrm>
        </p:spPr>
        <p:txBody>
          <a:bodyPr/>
          <a:lstStyle/>
          <a:p>
            <a:r>
              <a:rPr dirty="0"/>
              <a:t>5) </a:t>
            </a:r>
            <a:r>
              <a:rPr dirty="0" err="1"/>
              <a:t>Celkové</a:t>
            </a:r>
            <a:r>
              <a:rPr dirty="0"/>
              <a:t> </a:t>
            </a:r>
            <a:r>
              <a:rPr dirty="0" err="1"/>
              <a:t>hodnocení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Navržená</a:t>
            </a:r>
            <a:r>
              <a:rPr dirty="0"/>
              <a:t> </a:t>
            </a:r>
            <a:r>
              <a:rPr dirty="0" err="1"/>
              <a:t>známka</a:t>
            </a:r>
            <a:r>
              <a:rPr dirty="0"/>
              <a:t>: 2 (</a:t>
            </a:r>
            <a:r>
              <a:rPr dirty="0" err="1"/>
              <a:t>velmi</a:t>
            </a:r>
            <a:r>
              <a:rPr dirty="0"/>
              <a:t> </a:t>
            </a:r>
            <a:r>
              <a:rPr dirty="0" err="1"/>
              <a:t>dobré</a:t>
            </a:r>
            <a:r>
              <a:rPr dirty="0"/>
              <a:t>)</a:t>
            </a:r>
          </a:p>
          <a:p>
            <a:r>
              <a:rPr dirty="0" err="1"/>
              <a:t>Projekt</a:t>
            </a:r>
            <a:r>
              <a:rPr dirty="0"/>
              <a:t> </a:t>
            </a:r>
            <a:r>
              <a:rPr dirty="0" err="1"/>
              <a:t>funkční</a:t>
            </a:r>
            <a:r>
              <a:rPr dirty="0"/>
              <a:t>, ale </a:t>
            </a:r>
            <a:r>
              <a:rPr dirty="0" err="1"/>
              <a:t>potřebuje</a:t>
            </a:r>
            <a:r>
              <a:rPr dirty="0"/>
              <a:t> </a:t>
            </a:r>
            <a:r>
              <a:rPr dirty="0" err="1"/>
              <a:t>dopracovat</a:t>
            </a:r>
            <a:r>
              <a:rPr dirty="0"/>
              <a:t> </a:t>
            </a:r>
            <a:r>
              <a:rPr dirty="0" err="1"/>
              <a:t>detaily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890016"/>
            <a:ext cx="6347713" cy="1320800"/>
          </a:xfrm>
        </p:spPr>
        <p:txBody>
          <a:bodyPr/>
          <a:lstStyle/>
          <a:p>
            <a:r>
              <a:rPr dirty="0"/>
              <a:t>6) </a:t>
            </a:r>
            <a:r>
              <a:rPr dirty="0" err="1"/>
              <a:t>Doporučení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782638"/>
            <a:ext cx="6347714" cy="3880773"/>
          </a:xfrm>
        </p:spPr>
        <p:txBody>
          <a:bodyPr/>
          <a:lstStyle/>
          <a:p>
            <a:r>
              <a:rPr lang="cs-CZ" dirty="0"/>
              <a:t>Technická část</a:t>
            </a:r>
          </a:p>
          <a:p>
            <a:pPr marL="0" indent="0">
              <a:buNone/>
            </a:pPr>
            <a:r>
              <a:rPr lang="cs-CZ" dirty="0"/>
              <a:t>		doplnit validaci formulářů</a:t>
            </a:r>
          </a:p>
          <a:p>
            <a:pPr marL="0" indent="0">
              <a:buNone/>
            </a:pPr>
            <a:r>
              <a:rPr lang="cs-CZ" dirty="0"/>
              <a:t>		přidat responzivní verzi pro mobil</a:t>
            </a:r>
          </a:p>
          <a:p>
            <a:r>
              <a:rPr lang="cs-CZ" dirty="0"/>
              <a:t>Funkční část</a:t>
            </a:r>
          </a:p>
          <a:p>
            <a:pPr marL="0" indent="0">
              <a:buNone/>
            </a:pPr>
            <a:r>
              <a:rPr lang="cs-CZ" dirty="0"/>
              <a:t>		doplnit filtry a třídění článků v přehledu</a:t>
            </a:r>
          </a:p>
          <a:p>
            <a:pPr marL="0" indent="0">
              <a:buNone/>
            </a:pPr>
            <a:r>
              <a:rPr lang="cs-CZ" dirty="0"/>
              <a:t>		umožnit nahrávání více příloh najednou</a:t>
            </a:r>
          </a:p>
          <a:p>
            <a:endParaRPr lang="cs-CZ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839790"/>
            <a:ext cx="6347713" cy="1320800"/>
          </a:xfrm>
        </p:spPr>
        <p:txBody>
          <a:bodyPr/>
          <a:lstStyle/>
          <a:p>
            <a:r>
              <a:rPr dirty="0"/>
              <a:t>7) </a:t>
            </a:r>
            <a:r>
              <a:rPr dirty="0" err="1"/>
              <a:t>Dotazy</a:t>
            </a:r>
            <a:r>
              <a:rPr dirty="0"/>
              <a:t> pro </a:t>
            </a:r>
            <a:r>
              <a:rPr dirty="0" err="1"/>
              <a:t>tým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527180"/>
            <a:ext cx="6347714" cy="3880773"/>
          </a:xfrm>
        </p:spPr>
        <p:txBody>
          <a:bodyPr/>
          <a:lstStyle/>
          <a:p>
            <a:endParaRPr dirty="0">
              <a:latin typeface="+mj-lt"/>
            </a:endParaRPr>
          </a:p>
          <a:p>
            <a:r>
              <a:rPr dirty="0" err="1">
                <a:latin typeface="+mj-lt"/>
              </a:rPr>
              <a:t>Plán</a:t>
            </a:r>
            <a:r>
              <a:rPr dirty="0">
                <a:latin typeface="+mj-lt"/>
              </a:rPr>
              <a:t> </a:t>
            </a:r>
            <a:r>
              <a:rPr lang="cs-CZ" dirty="0">
                <a:latin typeface="+mj-lt"/>
              </a:rPr>
              <a:t>vylepšení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designu</a:t>
            </a:r>
            <a:r>
              <a:rPr dirty="0">
                <a:latin typeface="+mj-lt"/>
              </a:rPr>
              <a:t>?</a:t>
            </a:r>
          </a:p>
          <a:p>
            <a:r>
              <a:rPr dirty="0" err="1">
                <a:latin typeface="+mj-lt"/>
              </a:rPr>
              <a:t>Změna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hostingu</a:t>
            </a:r>
            <a:r>
              <a:rPr dirty="0">
                <a:latin typeface="+mj-lt"/>
              </a:rPr>
              <a:t>?</a:t>
            </a:r>
          </a:p>
          <a:p>
            <a:r>
              <a:rPr lang="cs-CZ" sz="1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Jakým způsobem řešíte konflikt rolí, když má uživatel více funkcí najednou?</a:t>
            </a:r>
            <a:endParaRPr dirty="0">
              <a:latin typeface="+mj-lt"/>
            </a:endParaRPr>
          </a:p>
          <a:p>
            <a:r>
              <a:rPr dirty="0" err="1">
                <a:latin typeface="+mj-lt"/>
              </a:rPr>
              <a:t>Další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funkce</a:t>
            </a:r>
            <a:r>
              <a:rPr dirty="0">
                <a:latin typeface="+mj-lt"/>
              </a:rPr>
              <a:t> v </a:t>
            </a:r>
            <a:r>
              <a:rPr dirty="0" err="1">
                <a:latin typeface="+mj-lt"/>
              </a:rPr>
              <a:t>recenzním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procesu</a:t>
            </a:r>
            <a:r>
              <a:rPr dirty="0">
                <a:latin typeface="+mj-lt"/>
              </a:rPr>
              <a:t>?</a:t>
            </a:r>
            <a:endParaRPr lang="cs-CZ" dirty="0">
              <a:latin typeface="+mj-lt"/>
            </a:endParaRPr>
          </a:p>
          <a:p>
            <a:r>
              <a:rPr lang="cs-CZ" sz="1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Plánujete přidat možnost komentářů či interní komunikace mezi recenzenty?</a:t>
            </a:r>
            <a:endParaRPr lang="cs-CZ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zeta">
  <a:themeElements>
    <a:clrScheme name="Žlutá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</TotalTime>
  <Words>271</Words>
  <Application>Microsoft Office PowerPoint</Application>
  <PresentationFormat>Předvádění na obrazovce (4:3)</PresentationFormat>
  <Paragraphs>51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5" baseType="lpstr">
      <vt:lpstr>Arial</vt:lpstr>
      <vt:lpstr>Calibri</vt:lpstr>
      <vt:lpstr>Symbol</vt:lpstr>
      <vt:lpstr>Times New Roman</vt:lpstr>
      <vt:lpstr>Trebuchet MS</vt:lpstr>
      <vt:lpstr>Wingdings 3</vt:lpstr>
      <vt:lpstr>Fazeta</vt:lpstr>
      <vt:lpstr>Oponentura – Záhon a Strom</vt:lpstr>
      <vt:lpstr>1) Představení produktu</vt:lpstr>
      <vt:lpstr>2) Implementační platforma</vt:lpstr>
      <vt:lpstr>3) Hotové funkce</vt:lpstr>
      <vt:lpstr>4) Dílčí hodnocení</vt:lpstr>
      <vt:lpstr>5) Celkové hodnocení</vt:lpstr>
      <vt:lpstr>6) Doporučení</vt:lpstr>
      <vt:lpstr>7) Dotazy pro tým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Oponentura – Záhon a Strom</dc:title>
  <dc:subject/>
  <dc:creator/>
  <cp:keywords/>
  <dc:description>generated using python-pptx</dc:description>
  <cp:lastModifiedBy>Matyáš Kulhánek</cp:lastModifiedBy>
  <cp:revision>3</cp:revision>
  <dcterms:created xsi:type="dcterms:W3CDTF">2013-01-27T09:14:16Z</dcterms:created>
  <dcterms:modified xsi:type="dcterms:W3CDTF">2025-11-27T11:06:36Z</dcterms:modified>
  <cp:category/>
</cp:coreProperties>
</file>