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08EC7C-0A4F-47F4-9F83-04CF47C5AB79}" v="1" dt="2025-12-04T09:52:42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94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Novotny" userId="3e7a92bb225c459c" providerId="LiveId" clId="{DE7D086C-6C37-4965-B8A1-F423572411D1}"/>
    <pc:docChg chg="undo custSel modSld">
      <pc:chgData name="Martin Novotny" userId="3e7a92bb225c459c" providerId="LiveId" clId="{DE7D086C-6C37-4965-B8A1-F423572411D1}" dt="2025-12-04T09:54:30.094" v="68" actId="20577"/>
      <pc:docMkLst>
        <pc:docMk/>
      </pc:docMkLst>
      <pc:sldChg chg="modTransition">
        <pc:chgData name="Martin Novotny" userId="3e7a92bb225c459c" providerId="LiveId" clId="{DE7D086C-6C37-4965-B8A1-F423572411D1}" dt="2025-12-04T09:52:42.756" v="26"/>
        <pc:sldMkLst>
          <pc:docMk/>
          <pc:sldMk cId="1848875813" sldId="256"/>
        </pc:sldMkLst>
      </pc:sldChg>
      <pc:sldChg chg="addSp modSp mod modTransition setBg">
        <pc:chgData name="Martin Novotny" userId="3e7a92bb225c459c" providerId="LiveId" clId="{DE7D086C-6C37-4965-B8A1-F423572411D1}" dt="2025-12-04T09:54:30.094" v="68" actId="20577"/>
        <pc:sldMkLst>
          <pc:docMk/>
          <pc:sldMk cId="3069589509" sldId="257"/>
        </pc:sldMkLst>
        <pc:spChg chg="mod">
          <ac:chgData name="Martin Novotny" userId="3e7a92bb225c459c" providerId="LiveId" clId="{DE7D086C-6C37-4965-B8A1-F423572411D1}" dt="2025-12-04T09:51:47.524" v="23" actId="26606"/>
          <ac:spMkLst>
            <pc:docMk/>
            <pc:sldMk cId="3069589509" sldId="257"/>
            <ac:spMk id="2" creationId="{14892521-BF03-EDF7-6163-3A1936EDFE3E}"/>
          </ac:spMkLst>
        </pc:spChg>
        <pc:spChg chg="mod">
          <ac:chgData name="Martin Novotny" userId="3e7a92bb225c459c" providerId="LiveId" clId="{DE7D086C-6C37-4965-B8A1-F423572411D1}" dt="2025-12-04T09:54:30.094" v="68" actId="20577"/>
          <ac:spMkLst>
            <pc:docMk/>
            <pc:sldMk cId="3069589509" sldId="257"/>
            <ac:spMk id="4" creationId="{E75070F3-4397-F1AB-9AA8-25DE36E290CC}"/>
          </ac:spMkLst>
        </pc:spChg>
        <pc:spChg chg="add">
          <ac:chgData name="Martin Novotny" userId="3e7a92bb225c459c" providerId="LiveId" clId="{DE7D086C-6C37-4965-B8A1-F423572411D1}" dt="2025-12-04T09:51:47.524" v="23" actId="26606"/>
          <ac:spMkLst>
            <pc:docMk/>
            <pc:sldMk cId="3069589509" sldId="257"/>
            <ac:spMk id="10" creationId="{AB37E899-1A26-449D-9A99-B8D7B95645C4}"/>
          </ac:spMkLst>
        </pc:spChg>
        <pc:spChg chg="add">
          <ac:chgData name="Martin Novotny" userId="3e7a92bb225c459c" providerId="LiveId" clId="{DE7D086C-6C37-4965-B8A1-F423572411D1}" dt="2025-12-04T09:51:47.524" v="23" actId="26606"/>
          <ac:spMkLst>
            <pc:docMk/>
            <pc:sldMk cId="3069589509" sldId="257"/>
            <ac:spMk id="12" creationId="{A9023BA4-63D6-4B04-BC2C-6D126A230554}"/>
          </ac:spMkLst>
        </pc:spChg>
        <pc:picChg chg="add">
          <ac:chgData name="Martin Novotny" userId="3e7a92bb225c459c" providerId="LiveId" clId="{DE7D086C-6C37-4965-B8A1-F423572411D1}" dt="2025-12-04T09:51:47.524" v="23" actId="26606"/>
          <ac:picMkLst>
            <pc:docMk/>
            <pc:sldMk cId="3069589509" sldId="257"/>
            <ac:picMk id="6" creationId="{B113805E-BCBC-6F06-6171-6CA515391912}"/>
          </ac:picMkLst>
        </pc:picChg>
      </pc:sldChg>
      <pc:sldChg chg="modTransition">
        <pc:chgData name="Martin Novotny" userId="3e7a92bb225c459c" providerId="LiveId" clId="{DE7D086C-6C37-4965-B8A1-F423572411D1}" dt="2025-12-04T09:52:42.756" v="26"/>
        <pc:sldMkLst>
          <pc:docMk/>
          <pc:sldMk cId="2395975081" sldId="258"/>
        </pc:sldMkLst>
      </pc:sldChg>
      <pc:sldChg chg="modTransition">
        <pc:chgData name="Martin Novotny" userId="3e7a92bb225c459c" providerId="LiveId" clId="{DE7D086C-6C37-4965-B8A1-F423572411D1}" dt="2025-12-04T09:52:42.756" v="26"/>
        <pc:sldMkLst>
          <pc:docMk/>
          <pc:sldMk cId="3418113679" sldId="259"/>
        </pc:sldMkLst>
      </pc:sldChg>
      <pc:sldChg chg="modTransition">
        <pc:chgData name="Martin Novotny" userId="3e7a92bb225c459c" providerId="LiveId" clId="{DE7D086C-6C37-4965-B8A1-F423572411D1}" dt="2025-12-04T09:52:42.756" v="26"/>
        <pc:sldMkLst>
          <pc:docMk/>
          <pc:sldMk cId="3016340196" sldId="260"/>
        </pc:sldMkLst>
      </pc:sldChg>
      <pc:sldChg chg="addSp modSp mod modTransition setBg">
        <pc:chgData name="Martin Novotny" userId="3e7a92bb225c459c" providerId="LiveId" clId="{DE7D086C-6C37-4965-B8A1-F423572411D1}" dt="2025-12-04T09:52:42.756" v="26"/>
        <pc:sldMkLst>
          <pc:docMk/>
          <pc:sldMk cId="3879026747" sldId="261"/>
        </pc:sldMkLst>
        <pc:spChg chg="mod">
          <ac:chgData name="Martin Novotny" userId="3e7a92bb225c459c" providerId="LiveId" clId="{DE7D086C-6C37-4965-B8A1-F423572411D1}" dt="2025-12-04T09:50:17.854" v="6" actId="26606"/>
          <ac:spMkLst>
            <pc:docMk/>
            <pc:sldMk cId="3879026747" sldId="261"/>
            <ac:spMk id="2" creationId="{E378D022-ACFD-E824-5D51-1EFA508E3E36}"/>
          </ac:spMkLst>
        </pc:spChg>
        <pc:spChg chg="mod">
          <ac:chgData name="Martin Novotny" userId="3e7a92bb225c459c" providerId="LiveId" clId="{DE7D086C-6C37-4965-B8A1-F423572411D1}" dt="2025-12-04T09:50:56.962" v="22" actId="20577"/>
          <ac:spMkLst>
            <pc:docMk/>
            <pc:sldMk cId="3879026747" sldId="261"/>
            <ac:spMk id="4" creationId="{29FF26ED-4A9A-1E7B-9498-EF3D437F4271}"/>
          </ac:spMkLst>
        </pc:spChg>
        <pc:spChg chg="add">
          <ac:chgData name="Martin Novotny" userId="3e7a92bb225c459c" providerId="LiveId" clId="{DE7D086C-6C37-4965-B8A1-F423572411D1}" dt="2025-12-04T09:50:17.854" v="6" actId="26606"/>
          <ac:spMkLst>
            <pc:docMk/>
            <pc:sldMk cId="3879026747" sldId="261"/>
            <ac:spMk id="11" creationId="{9A204626-2220-4678-A939-FD94EA7B5362}"/>
          </ac:spMkLst>
        </pc:spChg>
        <pc:spChg chg="add">
          <ac:chgData name="Martin Novotny" userId="3e7a92bb225c459c" providerId="LiveId" clId="{DE7D086C-6C37-4965-B8A1-F423572411D1}" dt="2025-12-04T09:50:17.854" v="6" actId="26606"/>
          <ac:spMkLst>
            <pc:docMk/>
            <pc:sldMk cId="3879026747" sldId="261"/>
            <ac:spMk id="13" creationId="{EB97D8A6-1C5A-42B6-AE78-F3D0F9BDF024}"/>
          </ac:spMkLst>
        </pc:spChg>
        <pc:picChg chg="add mod">
          <ac:chgData name="Martin Novotny" userId="3e7a92bb225c459c" providerId="LiveId" clId="{DE7D086C-6C37-4965-B8A1-F423572411D1}" dt="2025-12-04T09:50:32.984" v="9" actId="14100"/>
          <ac:picMkLst>
            <pc:docMk/>
            <pc:sldMk cId="3879026747" sldId="261"/>
            <ac:picMk id="6" creationId="{BADBBA6E-5E1E-55C6-97A6-4A4FFE1F671F}"/>
          </ac:picMkLst>
        </pc:picChg>
      </pc:sldChg>
      <pc:sldChg chg="addSp delSp modSp mod modTransition setBg">
        <pc:chgData name="Martin Novotny" userId="3e7a92bb225c459c" providerId="LiveId" clId="{DE7D086C-6C37-4965-B8A1-F423572411D1}" dt="2025-12-04T09:52:42.756" v="26"/>
        <pc:sldMkLst>
          <pc:docMk/>
          <pc:sldMk cId="3985602988" sldId="262"/>
        </pc:sldMkLst>
        <pc:spChg chg="mod">
          <ac:chgData name="Martin Novotny" userId="3e7a92bb225c459c" providerId="LiveId" clId="{DE7D086C-6C37-4965-B8A1-F423572411D1}" dt="2025-12-04T09:52:28.581" v="25" actId="26606"/>
          <ac:spMkLst>
            <pc:docMk/>
            <pc:sldMk cId="3985602988" sldId="262"/>
            <ac:spMk id="2" creationId="{0C5223A1-4DCE-C45C-84C8-E2C01058C913}"/>
          </ac:spMkLst>
        </pc:spChg>
        <pc:spChg chg="add del">
          <ac:chgData name="Martin Novotny" userId="3e7a92bb225c459c" providerId="LiveId" clId="{DE7D086C-6C37-4965-B8A1-F423572411D1}" dt="2025-12-04T09:52:28.581" v="25" actId="26606"/>
          <ac:spMkLst>
            <pc:docMk/>
            <pc:sldMk cId="3985602988" sldId="262"/>
            <ac:spMk id="11" creationId="{9ECB0E0D-AC1B-4E83-84EA-237BFA20636D}"/>
          </ac:spMkLst>
        </pc:spChg>
        <pc:grpChg chg="add del">
          <ac:chgData name="Martin Novotny" userId="3e7a92bb225c459c" providerId="LiveId" clId="{DE7D086C-6C37-4965-B8A1-F423572411D1}" dt="2025-12-04T09:52:28.581" v="25" actId="26606"/>
          <ac:grpSpMkLst>
            <pc:docMk/>
            <pc:sldMk cId="3985602988" sldId="262"/>
            <ac:grpSpMk id="7" creationId="{8C89EA62-F38E-4285-A105-C5E1BD360093}"/>
          </ac:grpSpMkLst>
        </pc:grpChg>
        <pc:grpChg chg="add del">
          <ac:chgData name="Martin Novotny" userId="3e7a92bb225c459c" providerId="LiveId" clId="{DE7D086C-6C37-4965-B8A1-F423572411D1}" dt="2025-12-04T09:52:28.581" v="25" actId="26606"/>
          <ac:grpSpMkLst>
            <pc:docMk/>
            <pc:sldMk cId="3985602988" sldId="262"/>
            <ac:grpSpMk id="13" creationId="{D6DCB3B1-E1A7-4510-831B-77C8EFF566AC}"/>
          </ac:grpSpMkLst>
        </pc:grpChg>
        <pc:cxnChg chg="add del">
          <ac:chgData name="Martin Novotny" userId="3e7a92bb225c459c" providerId="LiveId" clId="{DE7D086C-6C37-4965-B8A1-F423572411D1}" dt="2025-12-04T09:52:28.581" v="25" actId="26606"/>
          <ac:cxnSpMkLst>
            <pc:docMk/>
            <pc:sldMk cId="3985602988" sldId="262"/>
            <ac:cxnSpMk id="17" creationId="{6116DDC6-8F07-46CC-8751-E5C9346B2A08}"/>
          </ac:cxnSpMkLst>
        </pc:cxnChg>
      </pc:sldChg>
      <pc:sldChg chg="modTransition">
        <pc:chgData name="Martin Novotny" userId="3e7a92bb225c459c" providerId="LiveId" clId="{DE7D086C-6C37-4965-B8A1-F423572411D1}" dt="2025-12-04T09:52:42.756" v="26"/>
        <pc:sldMkLst>
          <pc:docMk/>
          <pc:sldMk cId="1042140836" sldId="26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991B1E-822E-4BE2-8E17-0E4F9827FDF5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045F788-396A-463D-8E06-B80AF5B89B28}">
      <dgm:prSet/>
      <dgm:spPr/>
      <dgm:t>
        <a:bodyPr/>
        <a:lstStyle/>
        <a:p>
          <a:r>
            <a:rPr lang="cs-CZ" b="0" i="0" baseline="0"/>
            <a:t>Nahrání a verze článků (autor)</a:t>
          </a:r>
          <a:endParaRPr lang="en-US"/>
        </a:p>
      </dgm:t>
    </dgm:pt>
    <dgm:pt modelId="{78BFA058-49AE-4193-92AF-8EA48E448135}" type="parTrans" cxnId="{7EAB35B6-89CE-4656-AED3-B633A0EC30AF}">
      <dgm:prSet/>
      <dgm:spPr/>
      <dgm:t>
        <a:bodyPr/>
        <a:lstStyle/>
        <a:p>
          <a:endParaRPr lang="en-US"/>
        </a:p>
      </dgm:t>
    </dgm:pt>
    <dgm:pt modelId="{0B7C735C-916C-4542-A599-D381051EA343}" type="sibTrans" cxnId="{7EAB35B6-89CE-4656-AED3-B633A0EC30AF}">
      <dgm:prSet/>
      <dgm:spPr/>
      <dgm:t>
        <a:bodyPr/>
        <a:lstStyle/>
        <a:p>
          <a:endParaRPr lang="en-US"/>
        </a:p>
      </dgm:t>
    </dgm:pt>
    <dgm:pt modelId="{A44ED017-F9EE-42FC-A6B6-9458AB2F9B3A}">
      <dgm:prSet/>
      <dgm:spPr/>
      <dgm:t>
        <a:bodyPr/>
        <a:lstStyle/>
        <a:p>
          <a:r>
            <a:rPr lang="cs-CZ" b="0" i="0" baseline="0"/>
            <a:t>Formální kontrola a přiřazení recenzenta (redaktor)</a:t>
          </a:r>
          <a:endParaRPr lang="en-US"/>
        </a:p>
      </dgm:t>
    </dgm:pt>
    <dgm:pt modelId="{9C95B56E-8B94-4C7D-9BCE-CA68783B025E}" type="parTrans" cxnId="{091AB72D-D14A-45F4-80AF-55AD195E8ECD}">
      <dgm:prSet/>
      <dgm:spPr/>
      <dgm:t>
        <a:bodyPr/>
        <a:lstStyle/>
        <a:p>
          <a:endParaRPr lang="en-US"/>
        </a:p>
      </dgm:t>
    </dgm:pt>
    <dgm:pt modelId="{2F5AC1EC-ED1F-4EFF-9D59-A519C260B9CB}" type="sibTrans" cxnId="{091AB72D-D14A-45F4-80AF-55AD195E8ECD}">
      <dgm:prSet/>
      <dgm:spPr/>
      <dgm:t>
        <a:bodyPr/>
        <a:lstStyle/>
        <a:p>
          <a:endParaRPr lang="en-US"/>
        </a:p>
      </dgm:t>
    </dgm:pt>
    <dgm:pt modelId="{1FACD831-9A1C-4F7E-B561-797CB93D729E}">
      <dgm:prSet/>
      <dgm:spPr/>
      <dgm:t>
        <a:bodyPr/>
        <a:lstStyle/>
        <a:p>
          <a:r>
            <a:rPr lang="cs-CZ" b="0" i="0" baseline="0"/>
            <a:t>Odevzdání posudku (recenzent)</a:t>
          </a:r>
          <a:endParaRPr lang="en-US"/>
        </a:p>
      </dgm:t>
    </dgm:pt>
    <dgm:pt modelId="{E36B5C4B-C863-4063-AA23-0B074ED0B698}" type="parTrans" cxnId="{66CA5213-556B-4466-8744-E7B4C50379CB}">
      <dgm:prSet/>
      <dgm:spPr/>
      <dgm:t>
        <a:bodyPr/>
        <a:lstStyle/>
        <a:p>
          <a:endParaRPr lang="en-US"/>
        </a:p>
      </dgm:t>
    </dgm:pt>
    <dgm:pt modelId="{9EE60C87-315A-4A30-B644-AB6077836983}" type="sibTrans" cxnId="{66CA5213-556B-4466-8744-E7B4C50379CB}">
      <dgm:prSet/>
      <dgm:spPr/>
      <dgm:t>
        <a:bodyPr/>
        <a:lstStyle/>
        <a:p>
          <a:endParaRPr lang="en-US"/>
        </a:p>
      </dgm:t>
    </dgm:pt>
    <dgm:pt modelId="{15534379-3124-44BC-BFCE-2780AD81EEE8}">
      <dgm:prSet/>
      <dgm:spPr/>
      <dgm:t>
        <a:bodyPr/>
        <a:lstStyle/>
        <a:p>
          <a:r>
            <a:rPr lang="cs-CZ" b="0" i="0" baseline="0"/>
            <a:t>Finální rozhodnutí (šéfredaktor)</a:t>
          </a:r>
          <a:endParaRPr lang="en-US"/>
        </a:p>
      </dgm:t>
    </dgm:pt>
    <dgm:pt modelId="{8F8C0768-2D91-4875-A6ED-6A2FB4F320A7}" type="parTrans" cxnId="{0FCE6C07-CD23-425E-ACEA-67C22688C8EE}">
      <dgm:prSet/>
      <dgm:spPr/>
      <dgm:t>
        <a:bodyPr/>
        <a:lstStyle/>
        <a:p>
          <a:endParaRPr lang="en-US"/>
        </a:p>
      </dgm:t>
    </dgm:pt>
    <dgm:pt modelId="{959D4700-5930-4B4F-893D-D2DBFEAE305F}" type="sibTrans" cxnId="{0FCE6C07-CD23-425E-ACEA-67C22688C8EE}">
      <dgm:prSet/>
      <dgm:spPr/>
      <dgm:t>
        <a:bodyPr/>
        <a:lstStyle/>
        <a:p>
          <a:endParaRPr lang="en-US"/>
        </a:p>
      </dgm:t>
    </dgm:pt>
    <dgm:pt modelId="{4021C7F3-5846-4EBD-A3A6-406A4C44CA0E}">
      <dgm:prSet/>
      <dgm:spPr/>
      <dgm:t>
        <a:bodyPr/>
        <a:lstStyle/>
        <a:p>
          <a:r>
            <a:rPr lang="cs-CZ" b="0" i="0" baseline="0"/>
            <a:t>Publikace článků a generování vydání</a:t>
          </a:r>
          <a:endParaRPr lang="en-US"/>
        </a:p>
      </dgm:t>
    </dgm:pt>
    <dgm:pt modelId="{1841E351-8347-49AC-A660-49F7836FD86A}" type="parTrans" cxnId="{DD728815-4131-4F57-B1AA-228BBABC6937}">
      <dgm:prSet/>
      <dgm:spPr/>
      <dgm:t>
        <a:bodyPr/>
        <a:lstStyle/>
        <a:p>
          <a:endParaRPr lang="en-US"/>
        </a:p>
      </dgm:t>
    </dgm:pt>
    <dgm:pt modelId="{47DF45E4-E670-4C93-ABF2-52101F842582}" type="sibTrans" cxnId="{DD728815-4131-4F57-B1AA-228BBABC6937}">
      <dgm:prSet/>
      <dgm:spPr/>
      <dgm:t>
        <a:bodyPr/>
        <a:lstStyle/>
        <a:p>
          <a:endParaRPr lang="en-US"/>
        </a:p>
      </dgm:t>
    </dgm:pt>
    <dgm:pt modelId="{6CA44DF6-92E1-4500-B2E3-D093443A80F2}" type="pres">
      <dgm:prSet presAssocID="{BE991B1E-822E-4BE2-8E17-0E4F9827FDF5}" presName="outerComposite" presStyleCnt="0">
        <dgm:presLayoutVars>
          <dgm:chMax val="5"/>
          <dgm:dir/>
          <dgm:resizeHandles val="exact"/>
        </dgm:presLayoutVars>
      </dgm:prSet>
      <dgm:spPr/>
    </dgm:pt>
    <dgm:pt modelId="{EDF57D9B-E2D8-45ED-AE57-0A939B56BEB1}" type="pres">
      <dgm:prSet presAssocID="{BE991B1E-822E-4BE2-8E17-0E4F9827FDF5}" presName="dummyMaxCanvas" presStyleCnt="0">
        <dgm:presLayoutVars/>
      </dgm:prSet>
      <dgm:spPr/>
    </dgm:pt>
    <dgm:pt modelId="{24FD4459-A83E-4F10-90DF-83DE9489F3E4}" type="pres">
      <dgm:prSet presAssocID="{BE991B1E-822E-4BE2-8E17-0E4F9827FDF5}" presName="FiveNodes_1" presStyleLbl="node1" presStyleIdx="0" presStyleCnt="5">
        <dgm:presLayoutVars>
          <dgm:bulletEnabled val="1"/>
        </dgm:presLayoutVars>
      </dgm:prSet>
      <dgm:spPr/>
    </dgm:pt>
    <dgm:pt modelId="{0CA75A8E-2E4C-44B8-A49D-5C35B713DAF2}" type="pres">
      <dgm:prSet presAssocID="{BE991B1E-822E-4BE2-8E17-0E4F9827FDF5}" presName="FiveNodes_2" presStyleLbl="node1" presStyleIdx="1" presStyleCnt="5">
        <dgm:presLayoutVars>
          <dgm:bulletEnabled val="1"/>
        </dgm:presLayoutVars>
      </dgm:prSet>
      <dgm:spPr/>
    </dgm:pt>
    <dgm:pt modelId="{330B9C1D-19CD-45CE-9061-660106848068}" type="pres">
      <dgm:prSet presAssocID="{BE991B1E-822E-4BE2-8E17-0E4F9827FDF5}" presName="FiveNodes_3" presStyleLbl="node1" presStyleIdx="2" presStyleCnt="5">
        <dgm:presLayoutVars>
          <dgm:bulletEnabled val="1"/>
        </dgm:presLayoutVars>
      </dgm:prSet>
      <dgm:spPr/>
    </dgm:pt>
    <dgm:pt modelId="{414680E5-3943-4734-8F6A-7E2A850B21EB}" type="pres">
      <dgm:prSet presAssocID="{BE991B1E-822E-4BE2-8E17-0E4F9827FDF5}" presName="FiveNodes_4" presStyleLbl="node1" presStyleIdx="3" presStyleCnt="5">
        <dgm:presLayoutVars>
          <dgm:bulletEnabled val="1"/>
        </dgm:presLayoutVars>
      </dgm:prSet>
      <dgm:spPr/>
    </dgm:pt>
    <dgm:pt modelId="{24C59D1B-B35A-4222-BC63-2F6E1160EFE9}" type="pres">
      <dgm:prSet presAssocID="{BE991B1E-822E-4BE2-8E17-0E4F9827FDF5}" presName="FiveNodes_5" presStyleLbl="node1" presStyleIdx="4" presStyleCnt="5">
        <dgm:presLayoutVars>
          <dgm:bulletEnabled val="1"/>
        </dgm:presLayoutVars>
      </dgm:prSet>
      <dgm:spPr/>
    </dgm:pt>
    <dgm:pt modelId="{E7D76E7F-F29A-46D6-85A6-B24ED63971FE}" type="pres">
      <dgm:prSet presAssocID="{BE991B1E-822E-4BE2-8E17-0E4F9827FDF5}" presName="FiveConn_1-2" presStyleLbl="fgAccFollowNode1" presStyleIdx="0" presStyleCnt="4">
        <dgm:presLayoutVars>
          <dgm:bulletEnabled val="1"/>
        </dgm:presLayoutVars>
      </dgm:prSet>
      <dgm:spPr/>
    </dgm:pt>
    <dgm:pt modelId="{3F5D49F5-2922-4FAB-96BB-E7C3BDF7608E}" type="pres">
      <dgm:prSet presAssocID="{BE991B1E-822E-4BE2-8E17-0E4F9827FDF5}" presName="FiveConn_2-3" presStyleLbl="fgAccFollowNode1" presStyleIdx="1" presStyleCnt="4">
        <dgm:presLayoutVars>
          <dgm:bulletEnabled val="1"/>
        </dgm:presLayoutVars>
      </dgm:prSet>
      <dgm:spPr/>
    </dgm:pt>
    <dgm:pt modelId="{85BD837D-5831-4619-A9C0-5C3BF4DF3FF0}" type="pres">
      <dgm:prSet presAssocID="{BE991B1E-822E-4BE2-8E17-0E4F9827FDF5}" presName="FiveConn_3-4" presStyleLbl="fgAccFollowNode1" presStyleIdx="2" presStyleCnt="4">
        <dgm:presLayoutVars>
          <dgm:bulletEnabled val="1"/>
        </dgm:presLayoutVars>
      </dgm:prSet>
      <dgm:spPr/>
    </dgm:pt>
    <dgm:pt modelId="{B3B9A185-ABB8-4C02-B711-E5B6C4AAD8E0}" type="pres">
      <dgm:prSet presAssocID="{BE991B1E-822E-4BE2-8E17-0E4F9827FDF5}" presName="FiveConn_4-5" presStyleLbl="fgAccFollowNode1" presStyleIdx="3" presStyleCnt="4">
        <dgm:presLayoutVars>
          <dgm:bulletEnabled val="1"/>
        </dgm:presLayoutVars>
      </dgm:prSet>
      <dgm:spPr/>
    </dgm:pt>
    <dgm:pt modelId="{B43E5C59-C124-4991-9208-A92009035D79}" type="pres">
      <dgm:prSet presAssocID="{BE991B1E-822E-4BE2-8E17-0E4F9827FDF5}" presName="FiveNodes_1_text" presStyleLbl="node1" presStyleIdx="4" presStyleCnt="5">
        <dgm:presLayoutVars>
          <dgm:bulletEnabled val="1"/>
        </dgm:presLayoutVars>
      </dgm:prSet>
      <dgm:spPr/>
    </dgm:pt>
    <dgm:pt modelId="{CA263F5C-18F0-49F7-A110-F65D15FE61DB}" type="pres">
      <dgm:prSet presAssocID="{BE991B1E-822E-4BE2-8E17-0E4F9827FDF5}" presName="FiveNodes_2_text" presStyleLbl="node1" presStyleIdx="4" presStyleCnt="5">
        <dgm:presLayoutVars>
          <dgm:bulletEnabled val="1"/>
        </dgm:presLayoutVars>
      </dgm:prSet>
      <dgm:spPr/>
    </dgm:pt>
    <dgm:pt modelId="{B5337539-0E4C-4398-91C0-61F858168231}" type="pres">
      <dgm:prSet presAssocID="{BE991B1E-822E-4BE2-8E17-0E4F9827FDF5}" presName="FiveNodes_3_text" presStyleLbl="node1" presStyleIdx="4" presStyleCnt="5">
        <dgm:presLayoutVars>
          <dgm:bulletEnabled val="1"/>
        </dgm:presLayoutVars>
      </dgm:prSet>
      <dgm:spPr/>
    </dgm:pt>
    <dgm:pt modelId="{3866F92A-7C95-4103-9102-566315D8CE03}" type="pres">
      <dgm:prSet presAssocID="{BE991B1E-822E-4BE2-8E17-0E4F9827FDF5}" presName="FiveNodes_4_text" presStyleLbl="node1" presStyleIdx="4" presStyleCnt="5">
        <dgm:presLayoutVars>
          <dgm:bulletEnabled val="1"/>
        </dgm:presLayoutVars>
      </dgm:prSet>
      <dgm:spPr/>
    </dgm:pt>
    <dgm:pt modelId="{106C76C4-7C66-42EA-BA40-C347C255797C}" type="pres">
      <dgm:prSet presAssocID="{BE991B1E-822E-4BE2-8E17-0E4F9827FDF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0FCE6C07-CD23-425E-ACEA-67C22688C8EE}" srcId="{BE991B1E-822E-4BE2-8E17-0E4F9827FDF5}" destId="{15534379-3124-44BC-BFCE-2780AD81EEE8}" srcOrd="3" destOrd="0" parTransId="{8F8C0768-2D91-4875-A6ED-6A2FB4F320A7}" sibTransId="{959D4700-5930-4B4F-893D-D2DBFEAE305F}"/>
    <dgm:cxn modelId="{BED61A13-35B0-4E56-97FB-266EEF569FFB}" type="presOf" srcId="{4021C7F3-5846-4EBD-A3A6-406A4C44CA0E}" destId="{24C59D1B-B35A-4222-BC63-2F6E1160EFE9}" srcOrd="0" destOrd="0" presId="urn:microsoft.com/office/officeart/2005/8/layout/vProcess5"/>
    <dgm:cxn modelId="{66CA5213-556B-4466-8744-E7B4C50379CB}" srcId="{BE991B1E-822E-4BE2-8E17-0E4F9827FDF5}" destId="{1FACD831-9A1C-4F7E-B561-797CB93D729E}" srcOrd="2" destOrd="0" parTransId="{E36B5C4B-C863-4063-AA23-0B074ED0B698}" sibTransId="{9EE60C87-315A-4A30-B644-AB6077836983}"/>
    <dgm:cxn modelId="{DD728815-4131-4F57-B1AA-228BBABC6937}" srcId="{BE991B1E-822E-4BE2-8E17-0E4F9827FDF5}" destId="{4021C7F3-5846-4EBD-A3A6-406A4C44CA0E}" srcOrd="4" destOrd="0" parTransId="{1841E351-8347-49AC-A660-49F7836FD86A}" sibTransId="{47DF45E4-E670-4C93-ABF2-52101F842582}"/>
    <dgm:cxn modelId="{94805522-FC75-4FF6-B253-BC8DAE10429D}" type="presOf" srcId="{4045F788-396A-463D-8E06-B80AF5B89B28}" destId="{B43E5C59-C124-4991-9208-A92009035D79}" srcOrd="1" destOrd="0" presId="urn:microsoft.com/office/officeart/2005/8/layout/vProcess5"/>
    <dgm:cxn modelId="{091AB72D-D14A-45F4-80AF-55AD195E8ECD}" srcId="{BE991B1E-822E-4BE2-8E17-0E4F9827FDF5}" destId="{A44ED017-F9EE-42FC-A6B6-9458AB2F9B3A}" srcOrd="1" destOrd="0" parTransId="{9C95B56E-8B94-4C7D-9BCE-CA68783B025E}" sibTransId="{2F5AC1EC-ED1F-4EFF-9D59-A519C260B9CB}"/>
    <dgm:cxn modelId="{DACA0331-1F9E-4977-9E74-64EF92B9AC9E}" type="presOf" srcId="{2F5AC1EC-ED1F-4EFF-9D59-A519C260B9CB}" destId="{3F5D49F5-2922-4FAB-96BB-E7C3BDF7608E}" srcOrd="0" destOrd="0" presId="urn:microsoft.com/office/officeart/2005/8/layout/vProcess5"/>
    <dgm:cxn modelId="{E65F7F31-0A2C-4E69-8940-3A5701EC59BD}" type="presOf" srcId="{A44ED017-F9EE-42FC-A6B6-9458AB2F9B3A}" destId="{CA263F5C-18F0-49F7-A110-F65D15FE61DB}" srcOrd="1" destOrd="0" presId="urn:microsoft.com/office/officeart/2005/8/layout/vProcess5"/>
    <dgm:cxn modelId="{29EE825C-0CC3-49F8-8788-4A464B63974E}" type="presOf" srcId="{4045F788-396A-463D-8E06-B80AF5B89B28}" destId="{24FD4459-A83E-4F10-90DF-83DE9489F3E4}" srcOrd="0" destOrd="0" presId="urn:microsoft.com/office/officeart/2005/8/layout/vProcess5"/>
    <dgm:cxn modelId="{48861941-2EB6-47B6-99F2-AE7A17798554}" type="presOf" srcId="{15534379-3124-44BC-BFCE-2780AD81EEE8}" destId="{414680E5-3943-4734-8F6A-7E2A850B21EB}" srcOrd="0" destOrd="0" presId="urn:microsoft.com/office/officeart/2005/8/layout/vProcess5"/>
    <dgm:cxn modelId="{1697DF46-A857-4CA8-B5F6-9BA00AC2AE2B}" type="presOf" srcId="{1FACD831-9A1C-4F7E-B561-797CB93D729E}" destId="{330B9C1D-19CD-45CE-9061-660106848068}" srcOrd="0" destOrd="0" presId="urn:microsoft.com/office/officeart/2005/8/layout/vProcess5"/>
    <dgm:cxn modelId="{C48C0B7B-3E40-42A1-91E2-9D2673048A53}" type="presOf" srcId="{1FACD831-9A1C-4F7E-B561-797CB93D729E}" destId="{B5337539-0E4C-4398-91C0-61F858168231}" srcOrd="1" destOrd="0" presId="urn:microsoft.com/office/officeart/2005/8/layout/vProcess5"/>
    <dgm:cxn modelId="{1044F998-AFF3-44A6-8DD9-32053F175439}" type="presOf" srcId="{15534379-3124-44BC-BFCE-2780AD81EEE8}" destId="{3866F92A-7C95-4103-9102-566315D8CE03}" srcOrd="1" destOrd="0" presId="urn:microsoft.com/office/officeart/2005/8/layout/vProcess5"/>
    <dgm:cxn modelId="{25DB2599-C402-48E2-B09A-710A756E98EF}" type="presOf" srcId="{BE991B1E-822E-4BE2-8E17-0E4F9827FDF5}" destId="{6CA44DF6-92E1-4500-B2E3-D093443A80F2}" srcOrd="0" destOrd="0" presId="urn:microsoft.com/office/officeart/2005/8/layout/vProcess5"/>
    <dgm:cxn modelId="{804335A0-0258-442C-8181-E47B9D47F736}" type="presOf" srcId="{A44ED017-F9EE-42FC-A6B6-9458AB2F9B3A}" destId="{0CA75A8E-2E4C-44B8-A49D-5C35B713DAF2}" srcOrd="0" destOrd="0" presId="urn:microsoft.com/office/officeart/2005/8/layout/vProcess5"/>
    <dgm:cxn modelId="{6C31DAB2-259F-4449-A4A4-89BF6F19978C}" type="presOf" srcId="{4021C7F3-5846-4EBD-A3A6-406A4C44CA0E}" destId="{106C76C4-7C66-42EA-BA40-C347C255797C}" srcOrd="1" destOrd="0" presId="urn:microsoft.com/office/officeart/2005/8/layout/vProcess5"/>
    <dgm:cxn modelId="{7EAB35B6-89CE-4656-AED3-B633A0EC30AF}" srcId="{BE991B1E-822E-4BE2-8E17-0E4F9827FDF5}" destId="{4045F788-396A-463D-8E06-B80AF5B89B28}" srcOrd="0" destOrd="0" parTransId="{78BFA058-49AE-4193-92AF-8EA48E448135}" sibTransId="{0B7C735C-916C-4542-A599-D381051EA343}"/>
    <dgm:cxn modelId="{526AC9D8-31AF-4B98-B86D-6F3AA60C7DCF}" type="presOf" srcId="{9EE60C87-315A-4A30-B644-AB6077836983}" destId="{85BD837D-5831-4619-A9C0-5C3BF4DF3FF0}" srcOrd="0" destOrd="0" presId="urn:microsoft.com/office/officeart/2005/8/layout/vProcess5"/>
    <dgm:cxn modelId="{1DB5E7EC-0B3A-4A54-86E1-F15D0C2599B6}" type="presOf" srcId="{959D4700-5930-4B4F-893D-D2DBFEAE305F}" destId="{B3B9A185-ABB8-4C02-B711-E5B6C4AAD8E0}" srcOrd="0" destOrd="0" presId="urn:microsoft.com/office/officeart/2005/8/layout/vProcess5"/>
    <dgm:cxn modelId="{FF37A2FC-48DE-4F82-A7C3-6F5F8194FAF8}" type="presOf" srcId="{0B7C735C-916C-4542-A599-D381051EA343}" destId="{E7D76E7F-F29A-46D6-85A6-B24ED63971FE}" srcOrd="0" destOrd="0" presId="urn:microsoft.com/office/officeart/2005/8/layout/vProcess5"/>
    <dgm:cxn modelId="{715B923B-39F2-4F66-B1DF-50DB87FA038B}" type="presParOf" srcId="{6CA44DF6-92E1-4500-B2E3-D093443A80F2}" destId="{EDF57D9B-E2D8-45ED-AE57-0A939B56BEB1}" srcOrd="0" destOrd="0" presId="urn:microsoft.com/office/officeart/2005/8/layout/vProcess5"/>
    <dgm:cxn modelId="{234B51F2-C9F6-4914-9796-234A4B2284B8}" type="presParOf" srcId="{6CA44DF6-92E1-4500-B2E3-D093443A80F2}" destId="{24FD4459-A83E-4F10-90DF-83DE9489F3E4}" srcOrd="1" destOrd="0" presId="urn:microsoft.com/office/officeart/2005/8/layout/vProcess5"/>
    <dgm:cxn modelId="{9A202CC9-EA87-4FBB-9968-5F1C8092A2A9}" type="presParOf" srcId="{6CA44DF6-92E1-4500-B2E3-D093443A80F2}" destId="{0CA75A8E-2E4C-44B8-A49D-5C35B713DAF2}" srcOrd="2" destOrd="0" presId="urn:microsoft.com/office/officeart/2005/8/layout/vProcess5"/>
    <dgm:cxn modelId="{757E0538-FC90-4429-96C3-8471FBC1AF39}" type="presParOf" srcId="{6CA44DF6-92E1-4500-B2E3-D093443A80F2}" destId="{330B9C1D-19CD-45CE-9061-660106848068}" srcOrd="3" destOrd="0" presId="urn:microsoft.com/office/officeart/2005/8/layout/vProcess5"/>
    <dgm:cxn modelId="{CB48D564-36E5-4C3E-A818-5F30305A8D7E}" type="presParOf" srcId="{6CA44DF6-92E1-4500-B2E3-D093443A80F2}" destId="{414680E5-3943-4734-8F6A-7E2A850B21EB}" srcOrd="4" destOrd="0" presId="urn:microsoft.com/office/officeart/2005/8/layout/vProcess5"/>
    <dgm:cxn modelId="{3C2FB891-2C68-42D4-AAEA-E92E80966B0E}" type="presParOf" srcId="{6CA44DF6-92E1-4500-B2E3-D093443A80F2}" destId="{24C59D1B-B35A-4222-BC63-2F6E1160EFE9}" srcOrd="5" destOrd="0" presId="urn:microsoft.com/office/officeart/2005/8/layout/vProcess5"/>
    <dgm:cxn modelId="{F09FB739-F3A5-4D69-B8EF-6A7B6A081903}" type="presParOf" srcId="{6CA44DF6-92E1-4500-B2E3-D093443A80F2}" destId="{E7D76E7F-F29A-46D6-85A6-B24ED63971FE}" srcOrd="6" destOrd="0" presId="urn:microsoft.com/office/officeart/2005/8/layout/vProcess5"/>
    <dgm:cxn modelId="{0C619AB2-B166-48B3-B971-85B8034648C9}" type="presParOf" srcId="{6CA44DF6-92E1-4500-B2E3-D093443A80F2}" destId="{3F5D49F5-2922-4FAB-96BB-E7C3BDF7608E}" srcOrd="7" destOrd="0" presId="urn:microsoft.com/office/officeart/2005/8/layout/vProcess5"/>
    <dgm:cxn modelId="{1FFE10D9-6F57-45AB-B23B-6933B14A5C7B}" type="presParOf" srcId="{6CA44DF6-92E1-4500-B2E3-D093443A80F2}" destId="{85BD837D-5831-4619-A9C0-5C3BF4DF3FF0}" srcOrd="8" destOrd="0" presId="urn:microsoft.com/office/officeart/2005/8/layout/vProcess5"/>
    <dgm:cxn modelId="{918E838F-1FF9-45E6-B903-F6789CB724F2}" type="presParOf" srcId="{6CA44DF6-92E1-4500-B2E3-D093443A80F2}" destId="{B3B9A185-ABB8-4C02-B711-E5B6C4AAD8E0}" srcOrd="9" destOrd="0" presId="urn:microsoft.com/office/officeart/2005/8/layout/vProcess5"/>
    <dgm:cxn modelId="{D8A044B2-068C-483B-ABB4-7F8D317A1EB0}" type="presParOf" srcId="{6CA44DF6-92E1-4500-B2E3-D093443A80F2}" destId="{B43E5C59-C124-4991-9208-A92009035D79}" srcOrd="10" destOrd="0" presId="urn:microsoft.com/office/officeart/2005/8/layout/vProcess5"/>
    <dgm:cxn modelId="{18F087E9-7685-415D-AE31-F6F1AA29CFD3}" type="presParOf" srcId="{6CA44DF6-92E1-4500-B2E3-D093443A80F2}" destId="{CA263F5C-18F0-49F7-A110-F65D15FE61DB}" srcOrd="11" destOrd="0" presId="urn:microsoft.com/office/officeart/2005/8/layout/vProcess5"/>
    <dgm:cxn modelId="{27CFBD1E-3BF6-47C4-A0E4-46278A0D0D9E}" type="presParOf" srcId="{6CA44DF6-92E1-4500-B2E3-D093443A80F2}" destId="{B5337539-0E4C-4398-91C0-61F858168231}" srcOrd="12" destOrd="0" presId="urn:microsoft.com/office/officeart/2005/8/layout/vProcess5"/>
    <dgm:cxn modelId="{3FAE44FC-8991-47EE-903E-D5ECFE37331D}" type="presParOf" srcId="{6CA44DF6-92E1-4500-B2E3-D093443A80F2}" destId="{3866F92A-7C95-4103-9102-566315D8CE03}" srcOrd="13" destOrd="0" presId="urn:microsoft.com/office/officeart/2005/8/layout/vProcess5"/>
    <dgm:cxn modelId="{6D2C814E-80F9-4DBB-916A-81176A2FA727}" type="presParOf" srcId="{6CA44DF6-92E1-4500-B2E3-D093443A80F2}" destId="{106C76C4-7C66-42EA-BA40-C347C255797C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FD4459-A83E-4F10-90DF-83DE9489F3E4}">
      <dsp:nvSpPr>
        <dsp:cNvPr id="0" name=""/>
        <dsp:cNvSpPr/>
      </dsp:nvSpPr>
      <dsp:spPr>
        <a:xfrm>
          <a:off x="0" y="0"/>
          <a:ext cx="4588795" cy="100400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b="0" i="0" kern="1200" baseline="0"/>
            <a:t>Nahrání a verze článků (autor)</a:t>
          </a:r>
          <a:endParaRPr lang="en-US" sz="2100" kern="1200"/>
        </a:p>
      </dsp:txBody>
      <dsp:txXfrm>
        <a:off x="29406" y="29406"/>
        <a:ext cx="3387933" cy="945188"/>
      </dsp:txXfrm>
    </dsp:sp>
    <dsp:sp modelId="{0CA75A8E-2E4C-44B8-A49D-5C35B713DAF2}">
      <dsp:nvSpPr>
        <dsp:cNvPr id="0" name=""/>
        <dsp:cNvSpPr/>
      </dsp:nvSpPr>
      <dsp:spPr>
        <a:xfrm>
          <a:off x="342669" y="1143445"/>
          <a:ext cx="4588795" cy="1004000"/>
        </a:xfrm>
        <a:prstGeom prst="roundRect">
          <a:avLst>
            <a:gd name="adj" fmla="val 10000"/>
          </a:avLst>
        </a:prstGeom>
        <a:solidFill>
          <a:schemeClr val="accent2">
            <a:hueOff val="-41413"/>
            <a:satOff val="-13584"/>
            <a:lumOff val="-4951"/>
            <a:alphaOff val="0"/>
          </a:schemeClr>
        </a:solidFill>
        <a:ln w="190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b="0" i="0" kern="1200" baseline="0"/>
            <a:t>Formální kontrola a přiřazení recenzenta (redaktor)</a:t>
          </a:r>
          <a:endParaRPr lang="en-US" sz="2100" kern="1200"/>
        </a:p>
      </dsp:txBody>
      <dsp:txXfrm>
        <a:off x="372075" y="1172851"/>
        <a:ext cx="3534713" cy="945188"/>
      </dsp:txXfrm>
    </dsp:sp>
    <dsp:sp modelId="{330B9C1D-19CD-45CE-9061-660106848068}">
      <dsp:nvSpPr>
        <dsp:cNvPr id="0" name=""/>
        <dsp:cNvSpPr/>
      </dsp:nvSpPr>
      <dsp:spPr>
        <a:xfrm>
          <a:off x="685339" y="2286890"/>
          <a:ext cx="4588795" cy="1004000"/>
        </a:xfrm>
        <a:prstGeom prst="roundRect">
          <a:avLst>
            <a:gd name="adj" fmla="val 10000"/>
          </a:avLst>
        </a:prstGeom>
        <a:solidFill>
          <a:schemeClr val="accent2">
            <a:hueOff val="-82827"/>
            <a:satOff val="-27168"/>
            <a:lumOff val="-9901"/>
            <a:alphaOff val="0"/>
          </a:schemeClr>
        </a:solidFill>
        <a:ln w="190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b="0" i="0" kern="1200" baseline="0"/>
            <a:t>Odevzdání posudku (recenzent)</a:t>
          </a:r>
          <a:endParaRPr lang="en-US" sz="2100" kern="1200"/>
        </a:p>
      </dsp:txBody>
      <dsp:txXfrm>
        <a:off x="714745" y="2316296"/>
        <a:ext cx="3534713" cy="945188"/>
      </dsp:txXfrm>
    </dsp:sp>
    <dsp:sp modelId="{414680E5-3943-4734-8F6A-7E2A850B21EB}">
      <dsp:nvSpPr>
        <dsp:cNvPr id="0" name=""/>
        <dsp:cNvSpPr/>
      </dsp:nvSpPr>
      <dsp:spPr>
        <a:xfrm>
          <a:off x="1028009" y="3430335"/>
          <a:ext cx="4588795" cy="1004000"/>
        </a:xfrm>
        <a:prstGeom prst="roundRect">
          <a:avLst>
            <a:gd name="adj" fmla="val 10000"/>
          </a:avLst>
        </a:prstGeom>
        <a:solidFill>
          <a:schemeClr val="accent2">
            <a:hueOff val="-124240"/>
            <a:satOff val="-40751"/>
            <a:lumOff val="-14852"/>
            <a:alphaOff val="0"/>
          </a:schemeClr>
        </a:solidFill>
        <a:ln w="190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b="0" i="0" kern="1200" baseline="0"/>
            <a:t>Finální rozhodnutí (šéfredaktor)</a:t>
          </a:r>
          <a:endParaRPr lang="en-US" sz="2100" kern="1200"/>
        </a:p>
      </dsp:txBody>
      <dsp:txXfrm>
        <a:off x="1057415" y="3459741"/>
        <a:ext cx="3534713" cy="945188"/>
      </dsp:txXfrm>
    </dsp:sp>
    <dsp:sp modelId="{24C59D1B-B35A-4222-BC63-2F6E1160EFE9}">
      <dsp:nvSpPr>
        <dsp:cNvPr id="0" name=""/>
        <dsp:cNvSpPr/>
      </dsp:nvSpPr>
      <dsp:spPr>
        <a:xfrm>
          <a:off x="1370679" y="4573780"/>
          <a:ext cx="4588795" cy="1004000"/>
        </a:xfrm>
        <a:prstGeom prst="roundRect">
          <a:avLst>
            <a:gd name="adj" fmla="val 10000"/>
          </a:avLst>
        </a:prstGeom>
        <a:solidFill>
          <a:schemeClr val="accent2">
            <a:hueOff val="-165654"/>
            <a:satOff val="-54335"/>
            <a:lumOff val="-19803"/>
            <a:alphaOff val="0"/>
          </a:schemeClr>
        </a:solidFill>
        <a:ln w="190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b="0" i="0" kern="1200" baseline="0"/>
            <a:t>Publikace článků a generování vydání</a:t>
          </a:r>
          <a:endParaRPr lang="en-US" sz="2100" kern="1200"/>
        </a:p>
      </dsp:txBody>
      <dsp:txXfrm>
        <a:off x="1400085" y="4603186"/>
        <a:ext cx="3534713" cy="945188"/>
      </dsp:txXfrm>
    </dsp:sp>
    <dsp:sp modelId="{E7D76E7F-F29A-46D6-85A6-B24ED63971FE}">
      <dsp:nvSpPr>
        <dsp:cNvPr id="0" name=""/>
        <dsp:cNvSpPr/>
      </dsp:nvSpPr>
      <dsp:spPr>
        <a:xfrm>
          <a:off x="3936195" y="733478"/>
          <a:ext cx="652600" cy="65260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083030" y="733478"/>
        <a:ext cx="358930" cy="491082"/>
      </dsp:txXfrm>
    </dsp:sp>
    <dsp:sp modelId="{3F5D49F5-2922-4FAB-96BB-E7C3BDF7608E}">
      <dsp:nvSpPr>
        <dsp:cNvPr id="0" name=""/>
        <dsp:cNvSpPr/>
      </dsp:nvSpPr>
      <dsp:spPr>
        <a:xfrm>
          <a:off x="4278865" y="1876923"/>
          <a:ext cx="652600" cy="65260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941"/>
            <a:satOff val="-18222"/>
            <a:lumOff val="-1882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-11941"/>
              <a:satOff val="-18222"/>
              <a:lumOff val="-1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425700" y="1876923"/>
        <a:ext cx="358930" cy="491082"/>
      </dsp:txXfrm>
    </dsp:sp>
    <dsp:sp modelId="{85BD837D-5831-4619-A9C0-5C3BF4DF3FF0}">
      <dsp:nvSpPr>
        <dsp:cNvPr id="0" name=""/>
        <dsp:cNvSpPr/>
      </dsp:nvSpPr>
      <dsp:spPr>
        <a:xfrm>
          <a:off x="4621534" y="3003635"/>
          <a:ext cx="652600" cy="65260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3882"/>
            <a:satOff val="-36445"/>
            <a:lumOff val="-3764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-23882"/>
              <a:satOff val="-36445"/>
              <a:lumOff val="-37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768369" y="3003635"/>
        <a:ext cx="358930" cy="491082"/>
      </dsp:txXfrm>
    </dsp:sp>
    <dsp:sp modelId="{B3B9A185-ABB8-4C02-B711-E5B6C4AAD8E0}">
      <dsp:nvSpPr>
        <dsp:cNvPr id="0" name=""/>
        <dsp:cNvSpPr/>
      </dsp:nvSpPr>
      <dsp:spPr>
        <a:xfrm>
          <a:off x="4964204" y="4158235"/>
          <a:ext cx="652600" cy="65260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5823"/>
            <a:satOff val="-54667"/>
            <a:lumOff val="-5646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-35823"/>
              <a:satOff val="-54667"/>
              <a:lumOff val="-5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5111039" y="4158235"/>
        <a:ext cx="358930" cy="4910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BA7F3F-D56F-4C06-84AC-03FC83B06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15374B5-D7C8-4AA9-BE65-DB7A0CA9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C73A7452-ED0F-4903-A620-8D103E556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6A3F6CE-D581-4C37-8822-4F4A68325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85E2B44F-89DF-9B7B-881E-FAF220F34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>
            <a:normAutofit/>
          </a:bodyPr>
          <a:lstStyle/>
          <a:p>
            <a:r>
              <a:rPr lang="cs-CZ" dirty="0" err="1"/>
              <a:t>ŘSp</a:t>
            </a:r>
            <a:r>
              <a:rPr lang="cs-CZ" dirty="0"/>
              <a:t> </a:t>
            </a:r>
            <a:r>
              <a:rPr lang="cs-CZ" dirty="0" err="1"/>
              <a:t>journal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9FBEA31-BFEB-224A-72B6-6C5AA3E0A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cs-CZ" dirty="0"/>
              <a:t>Martin Novotný | Tomáš Houf | Matyáš Kulhánek | Miloslav Bratršovský | Ondřej </a:t>
            </a:r>
            <a:r>
              <a:rPr lang="cs-CZ" dirty="0" err="1"/>
              <a:t>Mühlhandel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48875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37E899-1A26-449D-9A99-B8D7B9564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4892521-BF03-EDF7-6163-3A1936EDF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824" y="685800"/>
            <a:ext cx="6176776" cy="1485900"/>
          </a:xfrm>
        </p:spPr>
        <p:txBody>
          <a:bodyPr>
            <a:normAutofit/>
          </a:bodyPr>
          <a:lstStyle/>
          <a:p>
            <a:r>
              <a:rPr lang="cs-CZ" dirty="0"/>
              <a:t>O projektu „</a:t>
            </a:r>
            <a:r>
              <a:rPr lang="cs-CZ" dirty="0" err="1"/>
              <a:t>Journal</a:t>
            </a:r>
            <a:r>
              <a:rPr lang="cs-CZ" dirty="0"/>
              <a:t>“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13805E-BCBC-6F06-6171-6CA51539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64" r="38888"/>
          <a:stretch>
            <a:fillRect/>
          </a:stretch>
        </p:blipFill>
        <p:spPr>
          <a:xfrm>
            <a:off x="-1" y="10"/>
            <a:ext cx="4602146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9023BA4-63D6-4B04-BC2C-6D126A23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5070F3-4397-F1AB-9AA8-25DE36E290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0824" y="2286000"/>
            <a:ext cx="6176776" cy="3581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Náš vlastní systém pro správu vědeckého časopisu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Pokrývá kompletní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workflow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od autora až po publikaci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každá má originální panel vlastní panel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Moderní rozhraní, responzivní design, animace</a:t>
            </a:r>
          </a:p>
        </p:txBody>
      </p:sp>
    </p:spTree>
    <p:extLst>
      <p:ext uri="{BB962C8B-B14F-4D97-AF65-F5344CB8AC3E}">
        <p14:creationId xmlns:p14="http://schemas.microsoft.com/office/powerpoint/2010/main" val="30695895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F79084-E805-48DA-8EAC-CD5FD493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C5BC9E1A-96DE-4939-5603-E0271BF34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725A12F0-5DD7-F364-936C-2C909664D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8441" y="1"/>
            <a:ext cx="14881281" cy="69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408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2DAC179-C790-4427-B1A0-AF7E55B8E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C30A5D8-0B92-902F-9A58-512CF7506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340" y="639704"/>
            <a:ext cx="3299579" cy="5577840"/>
          </a:xfrm>
        </p:spPr>
        <p:txBody>
          <a:bodyPr anchor="ctr">
            <a:normAutofit/>
          </a:bodyPr>
          <a:lstStyle/>
          <a:p>
            <a:r>
              <a:rPr lang="cs-CZ" dirty="0"/>
              <a:t>Hlavní funkcionality systému</a:t>
            </a: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A392D87-3787-45D6-976E-B85674C09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8366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FE8E04-DEE3-49FD-89A2-285FAD1CB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97600F1-44CC-45D1-EF40-1898393E57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7357299"/>
              </p:ext>
            </p:extLst>
          </p:nvPr>
        </p:nvGraphicFramePr>
        <p:xfrm>
          <a:off x="784225" y="639763"/>
          <a:ext cx="5959475" cy="5577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59750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D868099-6145-4BC0-A5EA-74BEF1776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EA2E23-BE31-D680-1DA4-A3025CADA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424" y="1110882"/>
            <a:ext cx="3053039" cy="1060817"/>
          </a:xfrm>
        </p:spPr>
        <p:txBody>
          <a:bodyPr anchor="b">
            <a:normAutofit/>
          </a:bodyPr>
          <a:lstStyle/>
          <a:p>
            <a:r>
              <a:rPr lang="cs-CZ" sz="2800"/>
              <a:t>Veřejná část pro čtenáře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B7BD6183-B184-6538-9802-7675ADDAF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4" y="660175"/>
            <a:ext cx="7783691" cy="542912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E4E6444-5EB4-9D25-3BEA-DD5F3639DD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71423" y="2286000"/>
            <a:ext cx="3053039" cy="39319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Moderní stránka „O časopisu“ s dlaždicemi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Vydaná čísla + publikované články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Fulltext vyhledávání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Detail článku + stažení PDF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Online nápověda a HelpDesk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Seedovací stránka s demo daty</a:t>
            </a: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CC1026F7-DECB-49B4-A565-518BBA445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983434" y="640080"/>
            <a:ext cx="2296028" cy="3674981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81136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2">
            <a:extLst>
              <a:ext uri="{FF2B5EF4-FFF2-40B4-BE49-F238E27FC236}">
                <a16:creationId xmlns:a16="http://schemas.microsoft.com/office/drawing/2014/main" id="{48C110B4-D26A-44C6-8576-236CA24E9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D37ABED-7985-688E-3A74-02359F143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750" y="4278245"/>
            <a:ext cx="4913384" cy="1762969"/>
          </a:xfrm>
        </p:spPr>
        <p:txBody>
          <a:bodyPr>
            <a:normAutofit/>
          </a:bodyPr>
          <a:lstStyle/>
          <a:p>
            <a:r>
              <a:rPr lang="cs-CZ" dirty="0"/>
              <a:t>Administrátor a statistiky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C58C5EAE-D741-7D7F-F62E-620381DD0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587"/>
            <a:ext cx="6297370" cy="2912533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ABBCB836-E28D-1862-C9DB-53B01ACAC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538" y="261587"/>
            <a:ext cx="5821245" cy="3216238"/>
          </a:xfrm>
          <a:prstGeom prst="rect">
            <a:avLst/>
          </a:prstGeom>
        </p:spPr>
      </p:pic>
      <p:sp>
        <p:nvSpPr>
          <p:cNvPr id="19" name="Freeform: Shape 14">
            <a:extLst>
              <a:ext uri="{FF2B5EF4-FFF2-40B4-BE49-F238E27FC236}">
                <a16:creationId xmlns:a16="http://schemas.microsoft.com/office/drawing/2014/main" id="{5BFD4DBB-3229-4DF6-A68A-CD91F8325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434936" y="3856976"/>
            <a:ext cx="1957171" cy="1103687"/>
          </a:xfrm>
          <a:custGeom>
            <a:avLst/>
            <a:gdLst>
              <a:gd name="connsiteX0" fmla="*/ 2017702 w 2017702"/>
              <a:gd name="connsiteY0" fmla="*/ 1137821 h 1137821"/>
              <a:gd name="connsiteX1" fmla="*/ 404 w 2017702"/>
              <a:gd name="connsiteY1" fmla="*/ 1137821 h 1137821"/>
              <a:gd name="connsiteX2" fmla="*/ 0 w 2017702"/>
              <a:gd name="connsiteY2" fmla="*/ 900216 h 1137821"/>
              <a:gd name="connsiteX3" fmla="*/ 1767759 w 2017702"/>
              <a:gd name="connsiteY3" fmla="*/ 901031 h 1137821"/>
              <a:gd name="connsiteX4" fmla="*/ 1767759 w 2017702"/>
              <a:gd name="connsiteY4" fmla="*/ 0 h 1137821"/>
              <a:gd name="connsiteX5" fmla="*/ 2017702 w 2017702"/>
              <a:gd name="connsiteY5" fmla="*/ 0 h 113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7702" h="1137821">
                <a:moveTo>
                  <a:pt x="2017702" y="1137821"/>
                </a:moveTo>
                <a:lnTo>
                  <a:pt x="404" y="1137821"/>
                </a:lnTo>
                <a:cubicBezTo>
                  <a:pt x="-404" y="1055814"/>
                  <a:pt x="807" y="982224"/>
                  <a:pt x="0" y="900216"/>
                </a:cubicBezTo>
                <a:lnTo>
                  <a:pt x="1767759" y="901031"/>
                </a:lnTo>
                <a:lnTo>
                  <a:pt x="1767759" y="0"/>
                </a:lnTo>
                <a:lnTo>
                  <a:pt x="2017702" y="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cs-CZ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62D5DD-DAD0-E164-7073-1339D84853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53810" y="4278246"/>
            <a:ext cx="4718989" cy="18418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Samostatný admin login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Přehled systému: články, recenze, uživatelé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Základní grafy a souhrny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Správa HelpDeskových dotazů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Historie komunikace v localStorage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92979E5-1F93-4CE3-975E-3CAEC618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796837" y="5311230"/>
            <a:ext cx="2042265" cy="1213486"/>
          </a:xfrm>
          <a:custGeom>
            <a:avLst/>
            <a:gdLst>
              <a:gd name="connsiteX0" fmla="*/ 1844618 w 2105428"/>
              <a:gd name="connsiteY0" fmla="*/ 0 h 1251016"/>
              <a:gd name="connsiteX1" fmla="*/ 2105428 w 2105428"/>
              <a:gd name="connsiteY1" fmla="*/ 0 h 1251016"/>
              <a:gd name="connsiteX2" fmla="*/ 2105428 w 2105428"/>
              <a:gd name="connsiteY2" fmla="*/ 1251016 h 1251016"/>
              <a:gd name="connsiteX3" fmla="*/ 421 w 2105428"/>
              <a:gd name="connsiteY3" fmla="*/ 1251016 h 1251016"/>
              <a:gd name="connsiteX4" fmla="*/ 0 w 2105428"/>
              <a:gd name="connsiteY4" fmla="*/ 1003081 h 1251016"/>
              <a:gd name="connsiteX5" fmla="*/ 1844618 w 2105428"/>
              <a:gd name="connsiteY5" fmla="*/ 1003931 h 1251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5428" h="1251016">
                <a:moveTo>
                  <a:pt x="1844618" y="0"/>
                </a:moveTo>
                <a:lnTo>
                  <a:pt x="2105428" y="0"/>
                </a:lnTo>
                <a:lnTo>
                  <a:pt x="2105428" y="1251016"/>
                </a:lnTo>
                <a:lnTo>
                  <a:pt x="421" y="1251016"/>
                </a:lnTo>
                <a:cubicBezTo>
                  <a:pt x="-421" y="1165443"/>
                  <a:pt x="842" y="1088654"/>
                  <a:pt x="0" y="1003081"/>
                </a:cubicBezTo>
                <a:lnTo>
                  <a:pt x="1844618" y="1003931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163401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204626-2220-4678-A939-FD94EA7B5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378D022-ACFD-E824-5D51-1EFA508E3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958837" cy="1485900"/>
          </a:xfrm>
        </p:spPr>
        <p:txBody>
          <a:bodyPr>
            <a:normAutofit/>
          </a:bodyPr>
          <a:lstStyle/>
          <a:p>
            <a:r>
              <a:rPr lang="cs-CZ" dirty="0"/>
              <a:t>Technický přehled</a:t>
            </a:r>
            <a:br>
              <a:rPr lang="cs-CZ" dirty="0"/>
            </a:br>
            <a:endParaRPr lang="cs-CZ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FF26ED-4A9A-1E7B-9498-EF3D437F42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4743" y="2286000"/>
            <a:ext cx="5958837" cy="3581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HTML + CSS (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glassmorphism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animace, moderní UI)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Čistý JavaScript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Plně responzivní systém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Strukturované ukládání dat (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localStorage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JSON)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Kompletně dokončeno včetně všech sprintů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97D8A6-1C5A-42B6-AE78-F3D0F9BDF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BADBBA6E-5E1E-55C6-97A6-4A4FFE1F6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347" y="251980"/>
            <a:ext cx="2766910" cy="635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0267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C5223A1-4DCE-C45C-84C8-E2C01058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429000"/>
            <a:ext cx="9601200" cy="1485900"/>
          </a:xfrm>
        </p:spPr>
        <p:txBody>
          <a:bodyPr/>
          <a:lstStyle/>
          <a:p>
            <a:pPr algn="ctr"/>
            <a:r>
              <a:rPr lang="cs-CZ"/>
              <a:t>DĚKUJI ZA POZORNOST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856029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říznutí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{BC364E9E-3EAE-4CB1-B30A-2403CDB95A39}TFc3084226-2d0c-440f-9f46-6b48c7a7f67089053fa7-90c46bdb76f6</Template>
  <TotalTime>68</TotalTime>
  <Words>175</Words>
  <Application>Microsoft Office PowerPoint</Application>
  <PresentationFormat>Širokoúhlá obrazovka</PresentationFormat>
  <Paragraphs>33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1" baseType="lpstr">
      <vt:lpstr>Arial</vt:lpstr>
      <vt:lpstr>Franklin Gothic Book</vt:lpstr>
      <vt:lpstr>Oříznutí</vt:lpstr>
      <vt:lpstr>ŘSp journal</vt:lpstr>
      <vt:lpstr>O projektu „Journal“</vt:lpstr>
      <vt:lpstr>Prezentace aplikace PowerPoint</vt:lpstr>
      <vt:lpstr>Hlavní funkcionality systému</vt:lpstr>
      <vt:lpstr>Veřejná část pro čtenáře</vt:lpstr>
      <vt:lpstr>Administrátor a statistiky</vt:lpstr>
      <vt:lpstr>Technický přehled 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Novotný</dc:creator>
  <cp:lastModifiedBy>Martin Novotný</cp:lastModifiedBy>
  <cp:revision>1</cp:revision>
  <dcterms:created xsi:type="dcterms:W3CDTF">2025-12-04T08:46:07Z</dcterms:created>
  <dcterms:modified xsi:type="dcterms:W3CDTF">2025-12-04T09:54:34Z</dcterms:modified>
</cp:coreProperties>
</file>