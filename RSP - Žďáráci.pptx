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E451B-69E6-4EB6-A6CD-B992F6823359}" type="datetimeFigureOut">
              <a:rPr lang="cs-CZ" smtClean="0"/>
              <a:t>30.10.2025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26BE-AD2E-4E38-B55B-6F5640D40F10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90461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E451B-69E6-4EB6-A6CD-B992F6823359}" type="datetimeFigureOut">
              <a:rPr lang="cs-CZ" smtClean="0"/>
              <a:t>30.10.2025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26BE-AD2E-4E38-B55B-6F5640D40F10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93268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E451B-69E6-4EB6-A6CD-B992F6823359}" type="datetimeFigureOut">
              <a:rPr lang="cs-CZ" smtClean="0"/>
              <a:t>30.10.2025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26BE-AD2E-4E38-B55B-6F5640D40F10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93720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E451B-69E6-4EB6-A6CD-B992F6823359}" type="datetimeFigureOut">
              <a:rPr lang="cs-CZ" smtClean="0"/>
              <a:t>30.10.2025</a:t>
            </a:fld>
            <a:endParaRPr lang="cs-C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26BE-AD2E-4E38-B55B-6F5640D40F10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18798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E451B-69E6-4EB6-A6CD-B992F6823359}" type="datetimeFigureOut">
              <a:rPr lang="cs-CZ" smtClean="0"/>
              <a:t>30.10.2025</a:t>
            </a:fld>
            <a:endParaRPr lang="cs-CZ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26BE-AD2E-4E38-B55B-6F5640D40F10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87889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E451B-69E6-4EB6-A6CD-B992F6823359}" type="datetimeFigureOut">
              <a:rPr lang="cs-CZ" smtClean="0"/>
              <a:t>30.10.2025</a:t>
            </a:fld>
            <a:endParaRPr lang="cs-CZ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26BE-AD2E-4E38-B55B-6F5640D40F10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34315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E451B-69E6-4EB6-A6CD-B992F6823359}" type="datetimeFigureOut">
              <a:rPr lang="cs-CZ" smtClean="0"/>
              <a:t>30.10.2025</a:t>
            </a:fld>
            <a:endParaRPr lang="cs-CZ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26BE-AD2E-4E38-B55B-6F5640D40F10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48727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E451B-69E6-4EB6-A6CD-B992F6823359}" type="datetimeFigureOut">
              <a:rPr lang="cs-CZ" smtClean="0"/>
              <a:t>30.10.2025</a:t>
            </a:fld>
            <a:endParaRPr lang="cs-C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26BE-AD2E-4E38-B55B-6F5640D40F10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54047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 dirty="0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E451B-69E6-4EB6-A6CD-B992F6823359}" type="datetimeFigureOut">
              <a:rPr lang="cs-CZ" smtClean="0"/>
              <a:t>30.10.2025</a:t>
            </a:fld>
            <a:endParaRPr lang="cs-C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26BE-AD2E-4E38-B55B-6F5640D40F10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91494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E451B-69E6-4EB6-A6CD-B992F6823359}" type="datetimeFigureOut">
              <a:rPr lang="cs-CZ" smtClean="0"/>
              <a:t>30.10.2025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26BE-AD2E-4E38-B55B-6F5640D40F10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05073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E451B-69E6-4EB6-A6CD-B992F6823359}" type="datetimeFigureOut">
              <a:rPr lang="cs-CZ" smtClean="0"/>
              <a:t>30.10.2025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26BE-AD2E-4E38-B55B-6F5640D40F10}" type="slidenum">
              <a:rPr lang="cs-CZ" smtClean="0"/>
              <a:t>‹#›</a:t>
            </a:fld>
            <a:endParaRPr lang="cs-CZ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5159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E451B-69E6-4EB6-A6CD-B992F6823359}" type="datetimeFigureOut">
              <a:rPr lang="cs-CZ" smtClean="0"/>
              <a:t>30.10.2025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26BE-AD2E-4E38-B55B-6F5640D40F10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428757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E451B-69E6-4EB6-A6CD-B992F6823359}" type="datetimeFigureOut">
              <a:rPr lang="cs-CZ" smtClean="0"/>
              <a:t>30.10.2025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26BE-AD2E-4E38-B55B-6F5640D40F10}" type="slidenum">
              <a:rPr lang="cs-CZ" smtClean="0"/>
              <a:t>‹#›</a:t>
            </a:fld>
            <a:endParaRPr lang="cs-CZ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7064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E451B-69E6-4EB6-A6CD-B992F6823359}" type="datetimeFigureOut">
              <a:rPr lang="cs-CZ" smtClean="0"/>
              <a:t>30.10.2025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26BE-AD2E-4E38-B55B-6F5640D40F10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15881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E451B-69E6-4EB6-A6CD-B992F6823359}" type="datetimeFigureOut">
              <a:rPr lang="cs-CZ" smtClean="0"/>
              <a:t>30.10.2025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26BE-AD2E-4E38-B55B-6F5640D40F10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655511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E451B-69E6-4EB6-A6CD-B992F6823359}" type="datetimeFigureOut">
              <a:rPr lang="cs-CZ" smtClean="0"/>
              <a:t>30.10.2025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26BE-AD2E-4E38-B55B-6F5640D40F10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81780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2E451B-69E6-4EB6-A6CD-B992F6823359}" type="datetimeFigureOut">
              <a:rPr lang="cs-CZ" smtClean="0"/>
              <a:t>30.10.2025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C9526BE-AD2E-4E38-B55B-6F5640D40F10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77850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CA95940-DD91-49B5-8C88-78C30AD7E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1"/>
            <a:ext cx="7766936" cy="1646302"/>
          </a:xfrm>
        </p:spPr>
        <p:txBody>
          <a:bodyPr/>
          <a:lstStyle/>
          <a:p>
            <a:pPr algn="ctr"/>
            <a:r>
              <a:rPr lang="cs-CZ" sz="6600" dirty="0"/>
              <a:t>RSP - Žďáráci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16C5467-98BC-4660-A9E6-70CEBD2FC3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cs-CZ" dirty="0"/>
              <a:t>Tým odhodlaný to dodělat.</a:t>
            </a:r>
          </a:p>
        </p:txBody>
      </p:sp>
    </p:spTree>
    <p:extLst>
      <p:ext uri="{BB962C8B-B14F-4D97-AF65-F5344CB8AC3E}">
        <p14:creationId xmlns:p14="http://schemas.microsoft.com/office/powerpoint/2010/main" val="971883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11F461C-5099-49E1-89B1-1477ED5C0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Představení týmu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518FCE4-EB4F-45B2-9859-4CECDBF03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64733"/>
            <a:ext cx="8596668" cy="4576629"/>
          </a:xfrm>
        </p:spPr>
        <p:txBody>
          <a:bodyPr/>
          <a:lstStyle/>
          <a:p>
            <a:r>
              <a:rPr lang="cs-CZ" dirty="0"/>
              <a:t>Martin Novotný – </a:t>
            </a:r>
            <a:r>
              <a:rPr lang="cs-CZ" dirty="0" err="1"/>
              <a:t>Scrum</a:t>
            </a:r>
            <a:r>
              <a:rPr lang="cs-CZ" dirty="0"/>
              <a:t> Master</a:t>
            </a:r>
          </a:p>
          <a:p>
            <a:endParaRPr lang="cs-CZ" dirty="0"/>
          </a:p>
          <a:p>
            <a:r>
              <a:rPr lang="cs-CZ" dirty="0"/>
              <a:t>Matyáš Kulhánek – Team </a:t>
            </a:r>
            <a:r>
              <a:rPr lang="cs-CZ" dirty="0" err="1"/>
              <a:t>Owner</a:t>
            </a:r>
            <a:endParaRPr lang="cs-CZ" dirty="0"/>
          </a:p>
          <a:p>
            <a:endParaRPr lang="cs-CZ" dirty="0"/>
          </a:p>
          <a:p>
            <a:r>
              <a:rPr lang="cs-CZ" dirty="0"/>
              <a:t>Tomáš Houf – T. </a:t>
            </a:r>
            <a:r>
              <a:rPr lang="cs-CZ" dirty="0" err="1"/>
              <a:t>Member</a:t>
            </a:r>
            <a:endParaRPr lang="cs-CZ" dirty="0"/>
          </a:p>
          <a:p>
            <a:endParaRPr lang="cs-CZ" dirty="0"/>
          </a:p>
          <a:p>
            <a:r>
              <a:rPr lang="cs-CZ" dirty="0"/>
              <a:t>Miloslav Bratršovský - T. </a:t>
            </a:r>
            <a:r>
              <a:rPr lang="cs-CZ" dirty="0" err="1"/>
              <a:t>Member</a:t>
            </a:r>
            <a:endParaRPr lang="cs-CZ" dirty="0"/>
          </a:p>
          <a:p>
            <a:endParaRPr lang="cs-CZ" dirty="0"/>
          </a:p>
          <a:p>
            <a:r>
              <a:rPr lang="cs-CZ" dirty="0"/>
              <a:t>Ondřej </a:t>
            </a:r>
            <a:r>
              <a:rPr lang="cs-CZ" dirty="0" err="1"/>
              <a:t>Műhlhandel</a:t>
            </a:r>
            <a:r>
              <a:rPr lang="cs-CZ" dirty="0"/>
              <a:t> - T. </a:t>
            </a:r>
            <a:r>
              <a:rPr lang="cs-CZ" dirty="0" err="1"/>
              <a:t>Member</a:t>
            </a:r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73963BE7-37B0-41BD-8EBB-0AAF2A99F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458" y="1464733"/>
            <a:ext cx="3580342" cy="350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490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152DEB3-E7E1-428D-9C17-F522B250A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Implementační platforma: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F41E6E5-1E75-4058-86AF-EC74E9033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71133"/>
            <a:ext cx="8596668" cy="417022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Webová aplikace dostupná přes prohlížeč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Použité technologie: </a:t>
            </a:r>
            <a:r>
              <a:rPr lang="cs-CZ" i="1" dirty="0"/>
              <a:t>[VS </a:t>
            </a:r>
            <a:r>
              <a:rPr lang="cs-CZ" i="1" dirty="0" err="1"/>
              <a:t>Code</a:t>
            </a:r>
            <a:r>
              <a:rPr lang="cs-CZ" i="1" dirty="0"/>
              <a:t>, HTML5]</a:t>
            </a:r>
            <a:endParaRPr lang="cs-CZ" dirty="0"/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Agilní řízení vývoje metodikou </a:t>
            </a:r>
            <a:r>
              <a:rPr lang="cs-CZ" b="1" dirty="0" err="1"/>
              <a:t>Scrum</a:t>
            </a:r>
            <a:endParaRPr lang="cs-CZ" dirty="0"/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Nástroj pro správu vývoje: </a:t>
            </a:r>
            <a:r>
              <a:rPr lang="cs-CZ" b="1" dirty="0" err="1"/>
              <a:t>ScrumDesk</a:t>
            </a:r>
            <a:endParaRPr lang="cs-CZ" dirty="0"/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Vývoj probíhá iterativně ve sprintech, s důrazem na průběžné testování a zpětnou vazbu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Týmové komunikace pomocí MS Teams</a:t>
            </a:r>
          </a:p>
          <a:p>
            <a:pPr>
              <a:buFont typeface="Arial" panose="020B0604020202020204" pitchFamily="34" charset="0"/>
              <a:buChar char="•"/>
            </a:pP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02632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D1D7EAA-F4EF-4C8B-8413-31F5063C0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Co už je hotovo a na čem právě pracujete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5CE18FA-5C7D-4A7D-BCEA-08331158F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Sprint 1 – Příprava podkladů, přihlášení + šablony rolí</a:t>
            </a:r>
          </a:p>
          <a:p>
            <a:endParaRPr lang="cs-CZ" dirty="0"/>
          </a:p>
          <a:p>
            <a:r>
              <a:rPr lang="cs-CZ" dirty="0"/>
              <a:t>Sprint 2 – Panel Autora, nahrání článků, sledování stavů</a:t>
            </a:r>
          </a:p>
          <a:p>
            <a:endParaRPr lang="cs-CZ" dirty="0"/>
          </a:p>
          <a:p>
            <a:r>
              <a:rPr lang="cs-CZ" dirty="0"/>
              <a:t>Sprint 3 – Redaktor a příprava na recenzní proces</a:t>
            </a:r>
          </a:p>
          <a:p>
            <a:endParaRPr lang="cs-CZ" dirty="0"/>
          </a:p>
          <a:p>
            <a:r>
              <a:rPr lang="cs-CZ" dirty="0"/>
              <a:t>Dále: Recenzent a šéfredaktor, úpravy pro veřejný přístup, admin a jeho koutek</a:t>
            </a:r>
          </a:p>
        </p:txBody>
      </p:sp>
    </p:spTree>
    <p:extLst>
      <p:ext uri="{BB962C8B-B14F-4D97-AF65-F5344CB8AC3E}">
        <p14:creationId xmlns:p14="http://schemas.microsoft.com/office/powerpoint/2010/main" val="3953813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8199E8F-7CE8-4D36-B436-27483A137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Poznatky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5DC7AAB-7872-495B-A0B7-5F068066D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/>
          <a:lstStyle/>
          <a:p>
            <a:r>
              <a:rPr lang="cs-CZ" dirty="0"/>
              <a:t>Prvotní pochopení </a:t>
            </a:r>
            <a:r>
              <a:rPr lang="cs-CZ" dirty="0" err="1"/>
              <a:t>scrumdesku</a:t>
            </a:r>
            <a:endParaRPr lang="cs-CZ" dirty="0"/>
          </a:p>
          <a:p>
            <a:r>
              <a:rPr lang="cs-CZ" dirty="0"/>
              <a:t>Pár chyb se našlo</a:t>
            </a:r>
          </a:p>
          <a:p>
            <a:r>
              <a:rPr lang="cs-CZ" dirty="0"/>
              <a:t>Kvalita MS Teams</a:t>
            </a:r>
          </a:p>
          <a:p>
            <a:endParaRPr lang="cs-CZ" dirty="0"/>
          </a:p>
          <a:p>
            <a:r>
              <a:rPr lang="cs-CZ" dirty="0"/>
              <a:t>Dobrá komunikace týmu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05632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BE40D8-769D-4059-8232-889D031A2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Retrospektiva	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7175D2B-F43A-445D-A86C-A3F3D6B9A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albaum Heading" panose="02070303090703020303" pitchFamily="18" charset="0"/>
              <a:buChar char="+"/>
            </a:pPr>
            <a:r>
              <a:rPr lang="cs-CZ" dirty="0"/>
              <a:t>Rychlost vývoje</a:t>
            </a:r>
          </a:p>
          <a:p>
            <a:pPr>
              <a:buFont typeface="Walbaum Heading" panose="02070303090703020303" pitchFamily="18" charset="0"/>
              <a:buChar char="+"/>
            </a:pPr>
            <a:r>
              <a:rPr lang="cs-CZ" dirty="0"/>
              <a:t>Spolupráce týmu</a:t>
            </a:r>
          </a:p>
          <a:p>
            <a:pPr>
              <a:buFont typeface="Walbaum Heading" panose="02070303090703020303" pitchFamily="18" charset="0"/>
              <a:buChar char="+"/>
            </a:pPr>
            <a:endParaRPr lang="cs-CZ" dirty="0"/>
          </a:p>
          <a:p>
            <a:pPr>
              <a:buFont typeface="Wingdings" panose="05000000000000000000" pitchFamily="2" charset="2"/>
              <a:buChar char="Ø"/>
            </a:pPr>
            <a:r>
              <a:rPr lang="cs-CZ" dirty="0"/>
              <a:t>Méně chyb při vývoji a zápisu hodin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dirty="0"/>
              <a:t>Možná přidat zlepšené funkce</a:t>
            </a:r>
          </a:p>
        </p:txBody>
      </p:sp>
    </p:spTree>
    <p:extLst>
      <p:ext uri="{BB962C8B-B14F-4D97-AF65-F5344CB8AC3E}">
        <p14:creationId xmlns:p14="http://schemas.microsoft.com/office/powerpoint/2010/main" val="2057113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B85860-E288-413F-A0BD-511C8B15C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8596668" cy="1320800"/>
          </a:xfrm>
        </p:spPr>
        <p:txBody>
          <a:bodyPr/>
          <a:lstStyle/>
          <a:p>
            <a:pPr algn="ctr"/>
            <a:r>
              <a:rPr lang="cs-CZ" dirty="0"/>
              <a:t>Děkujeme za pozornost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41707F90-EEC2-4D60-B2E5-9CD2A4CE2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865" y="1930400"/>
            <a:ext cx="4135605" cy="413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316199"/>
      </p:ext>
    </p:extLst>
  </p:cSld>
  <p:clrMapOvr>
    <a:masterClrMapping/>
  </p:clrMapOvr>
</p:sld>
</file>

<file path=ppt/theme/theme1.xml><?xml version="1.0" encoding="utf-8"?>
<a:theme xmlns:a="http://schemas.openxmlformats.org/drawingml/2006/main" name="Fazeta">
  <a:themeElements>
    <a:clrScheme name="Červeno-oranžová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Faz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z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48</TotalTime>
  <Words>174</Words>
  <Application>Microsoft Office PowerPoint</Application>
  <PresentationFormat>Širokoúhlá obrazovka</PresentationFormat>
  <Paragraphs>40</Paragraphs>
  <Slides>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3" baseType="lpstr">
      <vt:lpstr>Arial</vt:lpstr>
      <vt:lpstr>Trebuchet MS</vt:lpstr>
      <vt:lpstr>Walbaum Heading</vt:lpstr>
      <vt:lpstr>Wingdings</vt:lpstr>
      <vt:lpstr>Wingdings 3</vt:lpstr>
      <vt:lpstr>Fazeta</vt:lpstr>
      <vt:lpstr>RSP - Žďáráci</vt:lpstr>
      <vt:lpstr>Představení týmu</vt:lpstr>
      <vt:lpstr>Implementační platforma: </vt:lpstr>
      <vt:lpstr>Co už je hotovo a na čem právě pracujete</vt:lpstr>
      <vt:lpstr>Poznatky</vt:lpstr>
      <vt:lpstr>Retrospektiva </vt:lpstr>
      <vt:lpstr>Děkujeme za pozornost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RŽďáráci</dc:title>
  <dc:creator>Matyáš Kulhánek</dc:creator>
  <cp:lastModifiedBy>Matyáš Kulhánek</cp:lastModifiedBy>
  <cp:revision>5</cp:revision>
  <dcterms:created xsi:type="dcterms:W3CDTF">2025-10-30T10:57:54Z</dcterms:created>
  <dcterms:modified xsi:type="dcterms:W3CDTF">2025-10-30T11:46:14Z</dcterms:modified>
</cp:coreProperties>
</file>